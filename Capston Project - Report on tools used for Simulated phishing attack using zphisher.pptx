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revisionInfo.xml" ContentType="application/vnd.ms-powerpoint.revisioninfo+xml"/>
  <Override PartName="/ppt/changesInfos/changesInfo1.xml" ContentType="application/vnd.ms-powerpoint.changes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bookmarkIdSeed="2">
  <p:sldMasterIdLst>
    <p:sldMasterId id="2147483660" r:id="rId1"/>
  </p:sldMasterIdLst>
  <p:notesMasterIdLst>
    <p:notesMasterId r:id="rId19"/>
  </p:notesMasterIdLst>
  <p:sldIdLst>
    <p:sldId id="256" r:id="rId2"/>
    <p:sldId id="731" r:id="rId3"/>
    <p:sldId id="714" r:id="rId4"/>
    <p:sldId id="674" r:id="rId5"/>
    <p:sldId id="716" r:id="rId6"/>
    <p:sldId id="717" r:id="rId7"/>
    <p:sldId id="718" r:id="rId8"/>
    <p:sldId id="719" r:id="rId9"/>
    <p:sldId id="720" r:id="rId10"/>
    <p:sldId id="721" r:id="rId11"/>
    <p:sldId id="722" r:id="rId12"/>
    <p:sldId id="723" r:id="rId13"/>
    <p:sldId id="728" r:id="rId14"/>
    <p:sldId id="729" r:id="rId15"/>
    <p:sldId id="730" r:id="rId16"/>
    <p:sldId id="712" r:id="rId17"/>
    <p:sldId id="303"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C1A55"/>
    <a:srgbClr val="1D1B58"/>
    <a:srgbClr val="002060"/>
    <a:srgbClr val="1C1A57"/>
    <a:srgbClr val="2F5597"/>
    <a:srgbClr val="33CC33"/>
    <a:srgbClr val="333F50"/>
    <a:srgbClr val="8497B0"/>
    <a:srgbClr val="8FAADC"/>
    <a:srgbClr val="626CC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5D8E2CC-B3C0-411B-9522-A2C8A9629E99}" v="1" dt="2026-05-23T23:59:13.637"/>
    <p1510:client id="{BEAAE815-FA64-46B5-9606-9426002558BD}" v="233" dt="2026-05-23T23:34:53.80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371" autoAdjust="0"/>
    <p:restoredTop sz="93447" autoAdjust="0"/>
  </p:normalViewPr>
  <p:slideViewPr>
    <p:cSldViewPr snapToGrid="0">
      <p:cViewPr varScale="1">
        <p:scale>
          <a:sx n="64" d="100"/>
          <a:sy n="64" d="100"/>
        </p:scale>
        <p:origin x="660" y="56"/>
      </p:cViewPr>
      <p:guideLst/>
    </p:cSldViewPr>
  </p:slideViewPr>
  <p:notesTextViewPr>
    <p:cViewPr>
      <p:scale>
        <a:sx n="75" d="100"/>
        <a:sy n="75"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28"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eerajKumar Shukla" userId="ff892c68c0675b34" providerId="LiveId" clId="{89E9DCB2-BC37-4A80-8EFC-EF9CEE466C42}"/>
    <pc:docChg chg="undo custSel modSld">
      <pc:chgData name="NeerajKumar Shukla" userId="ff892c68c0675b34" providerId="LiveId" clId="{89E9DCB2-BC37-4A80-8EFC-EF9CEE466C42}" dt="2026-05-24T00:04:28.480" v="136" actId="1076"/>
      <pc:docMkLst>
        <pc:docMk/>
      </pc:docMkLst>
      <pc:sldChg chg="addSp delSp modSp mod">
        <pc:chgData name="NeerajKumar Shukla" userId="ff892c68c0675b34" providerId="LiveId" clId="{89E9DCB2-BC37-4A80-8EFC-EF9CEE466C42}" dt="2026-05-24T00:04:28.480" v="136" actId="1076"/>
        <pc:sldMkLst>
          <pc:docMk/>
          <pc:sldMk cId="1024334718" sldId="256"/>
        </pc:sldMkLst>
        <pc:spChg chg="mod">
          <ac:chgData name="NeerajKumar Shukla" userId="ff892c68c0675b34" providerId="LiveId" clId="{89E9DCB2-BC37-4A80-8EFC-EF9CEE466C42}" dt="2026-05-24T00:01:37.379" v="75" actId="14100"/>
          <ac:spMkLst>
            <pc:docMk/>
            <pc:sldMk cId="1024334718" sldId="256"/>
            <ac:spMk id="2" creationId="{1A225F15-9B21-01FF-BD6D-D04F30F7A091}"/>
          </ac:spMkLst>
        </pc:spChg>
        <pc:spChg chg="mod">
          <ac:chgData name="NeerajKumar Shukla" userId="ff892c68c0675b34" providerId="LiveId" clId="{89E9DCB2-BC37-4A80-8EFC-EF9CEE466C42}" dt="2026-05-24T00:02:01.390" v="110" actId="1035"/>
          <ac:spMkLst>
            <pc:docMk/>
            <pc:sldMk cId="1024334718" sldId="256"/>
            <ac:spMk id="4" creationId="{AB26D8B5-7C45-72BB-56F5-3D1C51DD0A6E}"/>
          </ac:spMkLst>
        </pc:spChg>
        <pc:spChg chg="add mod">
          <ac:chgData name="NeerajKumar Shukla" userId="ff892c68c0675b34" providerId="LiveId" clId="{89E9DCB2-BC37-4A80-8EFC-EF9CEE466C42}" dt="2026-05-24T00:01:00.396" v="72" actId="20577"/>
          <ac:spMkLst>
            <pc:docMk/>
            <pc:sldMk cId="1024334718" sldId="256"/>
            <ac:spMk id="5" creationId="{85179B26-3FBB-C5EC-2332-958526B201EF}"/>
          </ac:spMkLst>
        </pc:spChg>
        <pc:spChg chg="add del mod">
          <ac:chgData name="NeerajKumar Shukla" userId="ff892c68c0675b34" providerId="LiveId" clId="{89E9DCB2-BC37-4A80-8EFC-EF9CEE466C42}" dt="2026-05-24T00:01:25.555" v="74" actId="478"/>
          <ac:spMkLst>
            <pc:docMk/>
            <pc:sldMk cId="1024334718" sldId="256"/>
            <ac:spMk id="7" creationId="{4868B284-FE1F-2D41-B62F-D5723B84BB4D}"/>
          </ac:spMkLst>
        </pc:spChg>
        <pc:spChg chg="add mod">
          <ac:chgData name="NeerajKumar Shukla" userId="ff892c68c0675b34" providerId="LiveId" clId="{89E9DCB2-BC37-4A80-8EFC-EF9CEE466C42}" dt="2026-05-24T00:04:28.480" v="136" actId="1076"/>
          <ac:spMkLst>
            <pc:docMk/>
            <pc:sldMk cId="1024334718" sldId="256"/>
            <ac:spMk id="9" creationId="{C5BBF047-271F-534E-D566-73255BE3B692}"/>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20077D8-B575-4753-B8FD-F5736649C91E}" type="datetimeFigureOut">
              <a:rPr lang="en-IN" smtClean="0"/>
              <a:t>27-06-2026</a:t>
            </a:fld>
            <a:endParaRPr lang="en-IN"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7FFB008-8E38-46F5-BCB9-8CFEF233CF3A}" type="slidenum">
              <a:rPr lang="en-IN" smtClean="0"/>
              <a:t>‹#›</a:t>
            </a:fld>
            <a:endParaRPr lang="en-IN" dirty="0"/>
          </a:p>
        </p:txBody>
      </p:sp>
    </p:spTree>
    <p:extLst>
      <p:ext uri="{BB962C8B-B14F-4D97-AF65-F5344CB8AC3E}">
        <p14:creationId xmlns:p14="http://schemas.microsoft.com/office/powerpoint/2010/main" val="40341884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grpSp>
        <p:nvGrpSpPr>
          <p:cNvPr id="21" name="Group 20">
            <a:extLst>
              <a:ext uri="{FF2B5EF4-FFF2-40B4-BE49-F238E27FC236}">
                <a16:creationId xmlns="" xmlns:a16="http://schemas.microsoft.com/office/drawing/2014/main" id="{1D4C31DA-14CA-CFBA-5089-9BCD0585380D}"/>
              </a:ext>
            </a:extLst>
          </p:cNvPr>
          <p:cNvGrpSpPr/>
          <p:nvPr userDrawn="1"/>
        </p:nvGrpSpPr>
        <p:grpSpPr>
          <a:xfrm>
            <a:off x="-21770" y="0"/>
            <a:ext cx="12213771" cy="6858000"/>
            <a:chOff x="-21770" y="0"/>
            <a:chExt cx="12213771" cy="6858000"/>
          </a:xfrm>
        </p:grpSpPr>
        <p:pic>
          <p:nvPicPr>
            <p:cNvPr id="6" name="Picture 5" descr="Tech Background&quot; Images – Browse 8,227 Stock Photos, Vectors, and Video |  Adobe Stock">
              <a:extLst>
                <a:ext uri="{FF2B5EF4-FFF2-40B4-BE49-F238E27FC236}">
                  <a16:creationId xmlns="" xmlns:a16="http://schemas.microsoft.com/office/drawing/2014/main" id="{912EDB8F-0820-57F6-5CDA-EEB6AC9EF357}"/>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l="2352" t="2332" r="1954" b="1250"/>
            <a:stretch>
              <a:fillRect/>
            </a:stretch>
          </p:blipFill>
          <p:spPr bwMode="auto">
            <a:xfrm>
              <a:off x="-21770" y="0"/>
              <a:ext cx="12213771" cy="6858000"/>
            </a:xfrm>
            <a:custGeom>
              <a:avLst/>
              <a:gdLst>
                <a:gd name="connsiteX0" fmla="*/ 0 w 12213771"/>
                <a:gd name="connsiteY0" fmla="*/ 0 h 6858000"/>
                <a:gd name="connsiteX1" fmla="*/ 12213771 w 12213771"/>
                <a:gd name="connsiteY1" fmla="*/ 0 h 6858000"/>
                <a:gd name="connsiteX2" fmla="*/ 12213771 w 12213771"/>
                <a:gd name="connsiteY2" fmla="*/ 6858000 h 6858000"/>
                <a:gd name="connsiteX3" fmla="*/ 0 w 1221377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213771" h="6858000">
                  <a:moveTo>
                    <a:pt x="0" y="0"/>
                  </a:moveTo>
                  <a:lnTo>
                    <a:pt x="12213771" y="0"/>
                  </a:lnTo>
                  <a:lnTo>
                    <a:pt x="12213771" y="6858000"/>
                  </a:lnTo>
                  <a:lnTo>
                    <a:pt x="0" y="6858000"/>
                  </a:lnTo>
                  <a:close/>
                </a:path>
              </a:pathLst>
            </a:custGeom>
            <a:noFill/>
            <a:extLst>
              <a:ext uri="{909E8E84-426E-40DD-AFC4-6F175D3DCCD1}">
                <a14:hiddenFill xmlns:a14="http://schemas.microsoft.com/office/drawing/2010/main">
                  <a:solidFill>
                    <a:srgbClr val="FFFFFF"/>
                  </a:solidFill>
                </a14:hiddenFill>
              </a:ext>
            </a:extLst>
          </p:spPr>
        </p:pic>
        <p:pic>
          <p:nvPicPr>
            <p:cNvPr id="18" name="Picture 17">
              <a:extLst>
                <a:ext uri="{FF2B5EF4-FFF2-40B4-BE49-F238E27FC236}">
                  <a16:creationId xmlns="" xmlns:a16="http://schemas.microsoft.com/office/drawing/2014/main" id="{97530BAD-0593-FBF1-1D42-9B727191475D}"/>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017794" y="913775"/>
              <a:ext cx="5159490" cy="1423752"/>
            </a:xfrm>
            <a:prstGeom prst="rect">
              <a:avLst/>
            </a:prstGeom>
          </p:spPr>
        </p:pic>
      </p:grpSp>
    </p:spTree>
    <p:extLst>
      <p:ext uri="{BB962C8B-B14F-4D97-AF65-F5344CB8AC3E}">
        <p14:creationId xmlns:p14="http://schemas.microsoft.com/office/powerpoint/2010/main" val="13311268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78884" y="603666"/>
            <a:ext cx="10834234" cy="612775"/>
          </a:xfrm>
        </p:spPr>
        <p:txBody>
          <a:bodyPr/>
          <a:lstStyle/>
          <a:p>
            <a:r>
              <a:rPr lang="en-US" dirty="0"/>
              <a:t>Click to edit Master title style</a:t>
            </a:r>
          </a:p>
        </p:txBody>
      </p:sp>
      <p:sp>
        <p:nvSpPr>
          <p:cNvPr id="3" name="Content Placeholder 2"/>
          <p:cNvSpPr>
            <a:spLocks noGrp="1"/>
          </p:cNvSpPr>
          <p:nvPr>
            <p:ph idx="1"/>
          </p:nvPr>
        </p:nvSpPr>
        <p:spPr>
          <a:xfrm>
            <a:off x="678884" y="1675075"/>
            <a:ext cx="10834234"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4126523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One Third">
    <p:spTree>
      <p:nvGrpSpPr>
        <p:cNvPr id="1" name=""/>
        <p:cNvGrpSpPr/>
        <p:nvPr/>
      </p:nvGrpSpPr>
      <p:grpSpPr>
        <a:xfrm>
          <a:off x="0" y="0"/>
          <a:ext cx="0" cy="0"/>
          <a:chOff x="0" y="0"/>
          <a:chExt cx="0" cy="0"/>
        </a:xfrm>
      </p:grpSpPr>
      <p:sp>
        <p:nvSpPr>
          <p:cNvPr id="3" name="Content Placeholder 2"/>
          <p:cNvSpPr>
            <a:spLocks noGrp="1"/>
          </p:cNvSpPr>
          <p:nvPr>
            <p:ph idx="1"/>
          </p:nvPr>
        </p:nvSpPr>
        <p:spPr>
          <a:xfrm>
            <a:off x="4455269" y="603666"/>
            <a:ext cx="7057847" cy="5454235"/>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5">
            <a:extLst>
              <a:ext uri="{FF2B5EF4-FFF2-40B4-BE49-F238E27FC236}">
                <a16:creationId xmlns="" xmlns:a16="http://schemas.microsoft.com/office/drawing/2014/main" id="{360409B4-C617-2A18-6BFD-309E9F59F1A6}"/>
              </a:ext>
            </a:extLst>
          </p:cNvPr>
          <p:cNvSpPr/>
          <p:nvPr userDrawn="1"/>
        </p:nvSpPr>
        <p:spPr>
          <a:xfrm>
            <a:off x="1" y="0"/>
            <a:ext cx="4114800" cy="6858000"/>
          </a:xfrm>
          <a:prstGeom prst="rect">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sp>
        <p:nvSpPr>
          <p:cNvPr id="2" name="Title 1"/>
          <p:cNvSpPr>
            <a:spLocks noGrp="1"/>
          </p:cNvSpPr>
          <p:nvPr>
            <p:ph type="title"/>
          </p:nvPr>
        </p:nvSpPr>
        <p:spPr>
          <a:xfrm>
            <a:off x="838202" y="2049670"/>
            <a:ext cx="2743200" cy="2562226"/>
          </a:xfrm>
        </p:spPr>
        <p:txBody>
          <a:bodyPr/>
          <a:lstStyle>
            <a:lvl1pPr>
              <a:defRPr>
                <a:solidFill>
                  <a:schemeClr val="bg1"/>
                </a:solidFill>
              </a:defRPr>
            </a:lvl1pPr>
          </a:lstStyle>
          <a:p>
            <a:r>
              <a:rPr lang="en-US" dirty="0"/>
              <a:t>Click to edit Master title style</a:t>
            </a:r>
          </a:p>
        </p:txBody>
      </p:sp>
    </p:spTree>
    <p:extLst>
      <p:ext uri="{BB962C8B-B14F-4D97-AF65-F5344CB8AC3E}">
        <p14:creationId xmlns:p14="http://schemas.microsoft.com/office/powerpoint/2010/main" val="13612385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One Third">
    <p:spTree>
      <p:nvGrpSpPr>
        <p:cNvPr id="1" name=""/>
        <p:cNvGrpSpPr/>
        <p:nvPr/>
      </p:nvGrpSpPr>
      <p:grpSpPr>
        <a:xfrm>
          <a:off x="0" y="0"/>
          <a:ext cx="0" cy="0"/>
          <a:chOff x="0" y="0"/>
          <a:chExt cx="0" cy="0"/>
        </a:xfrm>
      </p:grpSpPr>
      <p:sp>
        <p:nvSpPr>
          <p:cNvPr id="2" name="Title 1"/>
          <p:cNvSpPr>
            <a:spLocks noGrp="1"/>
          </p:cNvSpPr>
          <p:nvPr>
            <p:ph type="title"/>
          </p:nvPr>
        </p:nvSpPr>
        <p:spPr>
          <a:xfrm>
            <a:off x="678882" y="603666"/>
            <a:ext cx="7055274" cy="612775"/>
          </a:xfrm>
        </p:spPr>
        <p:txBody>
          <a:bodyPr/>
          <a:lstStyle/>
          <a:p>
            <a:r>
              <a:rPr lang="en-US" dirty="0"/>
              <a:t>Click to edit Master title style</a:t>
            </a:r>
          </a:p>
        </p:txBody>
      </p:sp>
      <p:sp>
        <p:nvSpPr>
          <p:cNvPr id="3" name="Content Placeholder 2"/>
          <p:cNvSpPr>
            <a:spLocks noGrp="1"/>
          </p:cNvSpPr>
          <p:nvPr>
            <p:ph idx="1"/>
          </p:nvPr>
        </p:nvSpPr>
        <p:spPr>
          <a:xfrm>
            <a:off x="678882" y="1659835"/>
            <a:ext cx="7055274"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5">
            <a:extLst>
              <a:ext uri="{FF2B5EF4-FFF2-40B4-BE49-F238E27FC236}">
                <a16:creationId xmlns="" xmlns:a16="http://schemas.microsoft.com/office/drawing/2014/main" id="{360409B4-C617-2A18-6BFD-309E9F59F1A6}"/>
              </a:ext>
            </a:extLst>
          </p:cNvPr>
          <p:cNvSpPr/>
          <p:nvPr userDrawn="1"/>
        </p:nvSpPr>
        <p:spPr>
          <a:xfrm>
            <a:off x="8077201" y="0"/>
            <a:ext cx="4114800" cy="6858000"/>
          </a:xfrm>
          <a:prstGeom prst="rect">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pic>
        <p:nvPicPr>
          <p:cNvPr id="7" name="Picture 6">
            <a:extLst>
              <a:ext uri="{FF2B5EF4-FFF2-40B4-BE49-F238E27FC236}">
                <a16:creationId xmlns="" xmlns:a16="http://schemas.microsoft.com/office/drawing/2014/main" id="{F13DF77B-C435-B418-C899-54652105D04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40135611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Half &amp; Half">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5"/>
            <a:ext cx="5107239" cy="612775"/>
          </a:xfrm>
        </p:spPr>
        <p:txBody>
          <a:bodyPr/>
          <a:lstStyle/>
          <a:p>
            <a:r>
              <a:rPr lang="en-US" dirty="0"/>
              <a:t>Click to edit Master title style</a:t>
            </a:r>
          </a:p>
        </p:txBody>
      </p:sp>
      <p:sp>
        <p:nvSpPr>
          <p:cNvPr id="3" name="Content Placeholder 2"/>
          <p:cNvSpPr>
            <a:spLocks noGrp="1"/>
          </p:cNvSpPr>
          <p:nvPr>
            <p:ph idx="1"/>
          </p:nvPr>
        </p:nvSpPr>
        <p:spPr>
          <a:xfrm>
            <a:off x="678881" y="1659836"/>
            <a:ext cx="5107239"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5">
            <a:extLst>
              <a:ext uri="{FF2B5EF4-FFF2-40B4-BE49-F238E27FC236}">
                <a16:creationId xmlns="" xmlns:a16="http://schemas.microsoft.com/office/drawing/2014/main" id="{360409B4-C617-2A18-6BFD-309E9F59F1A6}"/>
              </a:ext>
            </a:extLst>
          </p:cNvPr>
          <p:cNvSpPr/>
          <p:nvPr userDrawn="1"/>
        </p:nvSpPr>
        <p:spPr>
          <a:xfrm>
            <a:off x="6096000" y="0"/>
            <a:ext cx="6096000" cy="6858000"/>
          </a:xfrm>
          <a:prstGeom prst="rect">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pic>
        <p:nvPicPr>
          <p:cNvPr id="4" name="Picture 3">
            <a:extLst>
              <a:ext uri="{FF2B5EF4-FFF2-40B4-BE49-F238E27FC236}">
                <a16:creationId xmlns="" xmlns:a16="http://schemas.microsoft.com/office/drawing/2014/main" id="{4258C05D-B60D-14D1-7105-F6719232542F}"/>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11852858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One Third Flow Errow">
    <p:spTree>
      <p:nvGrpSpPr>
        <p:cNvPr id="1" name=""/>
        <p:cNvGrpSpPr/>
        <p:nvPr/>
      </p:nvGrpSpPr>
      <p:grpSpPr>
        <a:xfrm>
          <a:off x="0" y="0"/>
          <a:ext cx="0" cy="0"/>
          <a:chOff x="0" y="0"/>
          <a:chExt cx="0" cy="0"/>
        </a:xfrm>
      </p:grpSpPr>
      <p:sp>
        <p:nvSpPr>
          <p:cNvPr id="2" name="Title 1"/>
          <p:cNvSpPr>
            <a:spLocks noGrp="1"/>
          </p:cNvSpPr>
          <p:nvPr>
            <p:ph type="title"/>
          </p:nvPr>
        </p:nvSpPr>
        <p:spPr>
          <a:xfrm>
            <a:off x="4455269" y="603666"/>
            <a:ext cx="7057847" cy="612775"/>
          </a:xfrm>
        </p:spPr>
        <p:txBody>
          <a:bodyPr/>
          <a:lstStyle/>
          <a:p>
            <a:r>
              <a:rPr lang="en-US" dirty="0"/>
              <a:t>Click to edit Master title style</a:t>
            </a:r>
          </a:p>
        </p:txBody>
      </p:sp>
      <p:sp>
        <p:nvSpPr>
          <p:cNvPr id="3" name="Content Placeholder 2"/>
          <p:cNvSpPr>
            <a:spLocks noGrp="1"/>
          </p:cNvSpPr>
          <p:nvPr>
            <p:ph idx="1"/>
          </p:nvPr>
        </p:nvSpPr>
        <p:spPr>
          <a:xfrm>
            <a:off x="4455269" y="1659835"/>
            <a:ext cx="7057847"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Arrow: Pentagon 5">
            <a:extLst>
              <a:ext uri="{FF2B5EF4-FFF2-40B4-BE49-F238E27FC236}">
                <a16:creationId xmlns="" xmlns:a16="http://schemas.microsoft.com/office/drawing/2014/main" id="{360409B4-C617-2A18-6BFD-309E9F59F1A6}"/>
              </a:ext>
            </a:extLst>
          </p:cNvPr>
          <p:cNvSpPr/>
          <p:nvPr userDrawn="1"/>
        </p:nvSpPr>
        <p:spPr>
          <a:xfrm>
            <a:off x="1" y="0"/>
            <a:ext cx="4114800" cy="6858000"/>
          </a:xfrm>
          <a:prstGeom prst="homePlate">
            <a:avLst>
              <a:gd name="adj" fmla="val 16049"/>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sp>
        <p:nvSpPr>
          <p:cNvPr id="8" name="Title 1">
            <a:extLst>
              <a:ext uri="{FF2B5EF4-FFF2-40B4-BE49-F238E27FC236}">
                <a16:creationId xmlns="" xmlns:a16="http://schemas.microsoft.com/office/drawing/2014/main" id="{F19F22F4-4B18-0516-26F1-498BF7EBEAB2}"/>
              </a:ext>
            </a:extLst>
          </p:cNvPr>
          <p:cNvSpPr txBox="1">
            <a:spLocks/>
          </p:cNvSpPr>
          <p:nvPr userDrawn="1"/>
        </p:nvSpPr>
        <p:spPr>
          <a:xfrm>
            <a:off x="678882" y="3122614"/>
            <a:ext cx="2978720" cy="61277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400" b="1" kern="1200">
                <a:solidFill>
                  <a:schemeClr val="tx1"/>
                </a:solidFill>
                <a:latin typeface="Nunito" pitchFamily="2" charset="0"/>
                <a:ea typeface="+mj-ea"/>
                <a:cs typeface="+mj-cs"/>
              </a:defRPr>
            </a:lvl1pPr>
          </a:lstStyle>
          <a:p>
            <a:r>
              <a:rPr lang="en-US" sz="3400" dirty="0">
                <a:solidFill>
                  <a:schemeClr val="bg1"/>
                </a:solidFill>
                <a:latin typeface="Calibri" panose="020F0502020204030204" pitchFamily="34" charset="0"/>
              </a:rPr>
              <a:t>Click to edit Master title style</a:t>
            </a:r>
          </a:p>
        </p:txBody>
      </p:sp>
    </p:spTree>
    <p:extLst>
      <p:ext uri="{BB962C8B-B14F-4D97-AF65-F5344CB8AC3E}">
        <p14:creationId xmlns:p14="http://schemas.microsoft.com/office/powerpoint/2010/main" val="5999928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4_One Third">
    <p:spTree>
      <p:nvGrpSpPr>
        <p:cNvPr id="1" name=""/>
        <p:cNvGrpSpPr/>
        <p:nvPr/>
      </p:nvGrpSpPr>
      <p:grpSpPr>
        <a:xfrm>
          <a:off x="0" y="0"/>
          <a:ext cx="0" cy="0"/>
          <a:chOff x="0" y="0"/>
          <a:chExt cx="0" cy="0"/>
        </a:xfrm>
      </p:grpSpPr>
      <p:sp>
        <p:nvSpPr>
          <p:cNvPr id="8" name="Title 1">
            <a:extLst>
              <a:ext uri="{FF2B5EF4-FFF2-40B4-BE49-F238E27FC236}">
                <a16:creationId xmlns="" xmlns:a16="http://schemas.microsoft.com/office/drawing/2014/main" id="{F19F22F4-4B18-0516-26F1-498BF7EBEAB2}"/>
              </a:ext>
            </a:extLst>
          </p:cNvPr>
          <p:cNvSpPr txBox="1">
            <a:spLocks/>
          </p:cNvSpPr>
          <p:nvPr userDrawn="1"/>
        </p:nvSpPr>
        <p:spPr>
          <a:xfrm>
            <a:off x="838200" y="3122614"/>
            <a:ext cx="2819401" cy="61277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400" b="1" kern="1200">
                <a:solidFill>
                  <a:schemeClr val="tx1"/>
                </a:solidFill>
                <a:latin typeface="Nunito" pitchFamily="2" charset="0"/>
                <a:ea typeface="+mj-ea"/>
                <a:cs typeface="+mj-cs"/>
              </a:defRPr>
            </a:lvl1pPr>
          </a:lstStyle>
          <a:p>
            <a:r>
              <a:rPr lang="en-US" sz="3400" dirty="0">
                <a:solidFill>
                  <a:srgbClr val="1D1B58"/>
                </a:solidFill>
                <a:latin typeface="Calibri" panose="020F0502020204030204" pitchFamily="34" charset="0"/>
              </a:rPr>
              <a:t>Click to edit Master title style</a:t>
            </a:r>
          </a:p>
        </p:txBody>
      </p:sp>
      <p:sp>
        <p:nvSpPr>
          <p:cNvPr id="13" name="Freeform: Shape 12">
            <a:extLst>
              <a:ext uri="{FF2B5EF4-FFF2-40B4-BE49-F238E27FC236}">
                <a16:creationId xmlns="" xmlns:a16="http://schemas.microsoft.com/office/drawing/2014/main" id="{BC7368D9-5898-B04D-9CD2-C5A3736BFFA6}"/>
              </a:ext>
            </a:extLst>
          </p:cNvPr>
          <p:cNvSpPr/>
          <p:nvPr userDrawn="1"/>
        </p:nvSpPr>
        <p:spPr>
          <a:xfrm>
            <a:off x="3454417" y="0"/>
            <a:ext cx="8737584" cy="6858000"/>
          </a:xfrm>
          <a:custGeom>
            <a:avLst/>
            <a:gdLst>
              <a:gd name="connsiteX0" fmla="*/ 0 w 9601184"/>
              <a:gd name="connsiteY0" fmla="*/ 0 h 6858000"/>
              <a:gd name="connsiteX1" fmla="*/ 9601184 w 9601184"/>
              <a:gd name="connsiteY1" fmla="*/ 0 h 6858000"/>
              <a:gd name="connsiteX2" fmla="*/ 9601184 w 9601184"/>
              <a:gd name="connsiteY2" fmla="*/ 6858000 h 6858000"/>
              <a:gd name="connsiteX3" fmla="*/ 0 w 9601184"/>
              <a:gd name="connsiteY3" fmla="*/ 6858000 h 6858000"/>
              <a:gd name="connsiteX4" fmla="*/ 660384 w 9601184"/>
              <a:gd name="connsiteY4" fmla="*/ 3429000 h 6858000"/>
              <a:gd name="connsiteX5" fmla="*/ 0 w 9601184"/>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601184" h="6858000">
                <a:moveTo>
                  <a:pt x="0" y="0"/>
                </a:moveTo>
                <a:lnTo>
                  <a:pt x="9601184" y="0"/>
                </a:lnTo>
                <a:lnTo>
                  <a:pt x="9601184" y="6858000"/>
                </a:lnTo>
                <a:lnTo>
                  <a:pt x="0" y="6858000"/>
                </a:lnTo>
                <a:lnTo>
                  <a:pt x="660384" y="3429000"/>
                </a:lnTo>
                <a:lnTo>
                  <a:pt x="0" y="0"/>
                </a:lnTo>
                <a:close/>
              </a:path>
            </a:pathLst>
          </a:custGeom>
          <a:solidFill>
            <a:srgbClr val="1D1B58"/>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sz="1800" dirty="0"/>
          </a:p>
        </p:txBody>
      </p:sp>
      <p:sp>
        <p:nvSpPr>
          <p:cNvPr id="2" name="Title 1"/>
          <p:cNvSpPr>
            <a:spLocks noGrp="1"/>
          </p:cNvSpPr>
          <p:nvPr>
            <p:ph type="title"/>
          </p:nvPr>
        </p:nvSpPr>
        <p:spPr>
          <a:xfrm>
            <a:off x="4455269" y="603666"/>
            <a:ext cx="7057847" cy="612775"/>
          </a:xfrm>
        </p:spPr>
        <p:txBody>
          <a:bodyPr/>
          <a:lstStyle>
            <a:lvl1pPr>
              <a:defRPr>
                <a:solidFill>
                  <a:schemeClr val="bg1"/>
                </a:solidFill>
              </a:defRPr>
            </a:lvl1pPr>
          </a:lstStyle>
          <a:p>
            <a:r>
              <a:rPr lang="en-US" dirty="0"/>
              <a:t>Click to edit Master title style</a:t>
            </a:r>
          </a:p>
        </p:txBody>
      </p:sp>
      <p:sp>
        <p:nvSpPr>
          <p:cNvPr id="3" name="Content Placeholder 2"/>
          <p:cNvSpPr>
            <a:spLocks noGrp="1"/>
          </p:cNvSpPr>
          <p:nvPr>
            <p:ph idx="1"/>
          </p:nvPr>
        </p:nvSpPr>
        <p:spPr>
          <a:xfrm>
            <a:off x="4455269" y="1659835"/>
            <a:ext cx="7057847" cy="4398066"/>
          </a:xfrm>
          <a:prstGeom prst="rect">
            <a:avLst/>
          </a:prstGeo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4" name="Picture 3">
            <a:extLst>
              <a:ext uri="{FF2B5EF4-FFF2-40B4-BE49-F238E27FC236}">
                <a16:creationId xmlns="" xmlns:a16="http://schemas.microsoft.com/office/drawing/2014/main" id="{BC1D7751-B046-E6FF-E802-137A168948C9}"/>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6455390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3_One Third">
    <p:spTree>
      <p:nvGrpSpPr>
        <p:cNvPr id="1" name=""/>
        <p:cNvGrpSpPr/>
        <p:nvPr/>
      </p:nvGrpSpPr>
      <p:grpSpPr>
        <a:xfrm>
          <a:off x="0" y="0"/>
          <a:ext cx="0" cy="0"/>
          <a:chOff x="0" y="0"/>
          <a:chExt cx="0" cy="0"/>
        </a:xfrm>
      </p:grpSpPr>
      <p:sp>
        <p:nvSpPr>
          <p:cNvPr id="2" name="Title 1"/>
          <p:cNvSpPr>
            <a:spLocks noGrp="1"/>
          </p:cNvSpPr>
          <p:nvPr>
            <p:ph type="title"/>
          </p:nvPr>
        </p:nvSpPr>
        <p:spPr>
          <a:xfrm>
            <a:off x="678882" y="603666"/>
            <a:ext cx="6687118" cy="612775"/>
          </a:xfrm>
        </p:spPr>
        <p:txBody>
          <a:bodyPr/>
          <a:lstStyle/>
          <a:p>
            <a:r>
              <a:rPr lang="en-US" dirty="0"/>
              <a:t>Click to edit Master title style</a:t>
            </a:r>
          </a:p>
        </p:txBody>
      </p:sp>
      <p:sp>
        <p:nvSpPr>
          <p:cNvPr id="3" name="Content Placeholder 2"/>
          <p:cNvSpPr>
            <a:spLocks noGrp="1"/>
          </p:cNvSpPr>
          <p:nvPr>
            <p:ph idx="1"/>
          </p:nvPr>
        </p:nvSpPr>
        <p:spPr>
          <a:xfrm>
            <a:off x="678882" y="1659835"/>
            <a:ext cx="6687118"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itle 1">
            <a:extLst>
              <a:ext uri="{FF2B5EF4-FFF2-40B4-BE49-F238E27FC236}">
                <a16:creationId xmlns="" xmlns:a16="http://schemas.microsoft.com/office/drawing/2014/main" id="{F19F22F4-4B18-0516-26F1-498BF7EBEAB2}"/>
              </a:ext>
            </a:extLst>
          </p:cNvPr>
          <p:cNvSpPr txBox="1">
            <a:spLocks/>
          </p:cNvSpPr>
          <p:nvPr userDrawn="1"/>
        </p:nvSpPr>
        <p:spPr>
          <a:xfrm>
            <a:off x="8567565" y="3064248"/>
            <a:ext cx="3314556" cy="61277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400" b="1" kern="1200">
                <a:solidFill>
                  <a:schemeClr val="tx1"/>
                </a:solidFill>
                <a:latin typeface="Nunito" pitchFamily="2" charset="0"/>
                <a:ea typeface="+mj-ea"/>
                <a:cs typeface="+mj-cs"/>
              </a:defRPr>
            </a:lvl1pPr>
          </a:lstStyle>
          <a:p>
            <a:r>
              <a:rPr lang="en-US" sz="3400" dirty="0">
                <a:solidFill>
                  <a:schemeClr val="bg1"/>
                </a:solidFill>
                <a:latin typeface="Calibri" panose="020F0502020204030204" pitchFamily="34" charset="0"/>
              </a:rPr>
              <a:t>Click to edit Master title style</a:t>
            </a:r>
          </a:p>
        </p:txBody>
      </p:sp>
      <p:sp>
        <p:nvSpPr>
          <p:cNvPr id="13" name="Freeform: Shape 12">
            <a:extLst>
              <a:ext uri="{FF2B5EF4-FFF2-40B4-BE49-F238E27FC236}">
                <a16:creationId xmlns="" xmlns:a16="http://schemas.microsoft.com/office/drawing/2014/main" id="{D78CF48E-B68F-E9BA-8398-FF8CD727D1A9}"/>
              </a:ext>
            </a:extLst>
          </p:cNvPr>
          <p:cNvSpPr/>
          <p:nvPr userDrawn="1"/>
        </p:nvSpPr>
        <p:spPr>
          <a:xfrm>
            <a:off x="7543800" y="0"/>
            <a:ext cx="4648201" cy="6858000"/>
          </a:xfrm>
          <a:custGeom>
            <a:avLst/>
            <a:gdLst>
              <a:gd name="connsiteX0" fmla="*/ 0 w 3818882"/>
              <a:gd name="connsiteY0" fmla="*/ 0 h 6858000"/>
              <a:gd name="connsiteX1" fmla="*/ 3818882 w 3818882"/>
              <a:gd name="connsiteY1" fmla="*/ 0 h 6858000"/>
              <a:gd name="connsiteX2" fmla="*/ 3818882 w 3818882"/>
              <a:gd name="connsiteY2" fmla="*/ 6858000 h 6858000"/>
              <a:gd name="connsiteX3" fmla="*/ 0 w 3818882"/>
              <a:gd name="connsiteY3" fmla="*/ 6858000 h 6858000"/>
              <a:gd name="connsiteX4" fmla="*/ 796282 w 3818882"/>
              <a:gd name="connsiteY4" fmla="*/ 3429000 h 6858000"/>
              <a:gd name="connsiteX5" fmla="*/ 0 w 3818882"/>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818882" h="6858000">
                <a:moveTo>
                  <a:pt x="0" y="0"/>
                </a:moveTo>
                <a:lnTo>
                  <a:pt x="3818882" y="0"/>
                </a:lnTo>
                <a:lnTo>
                  <a:pt x="3818882" y="6858000"/>
                </a:lnTo>
                <a:lnTo>
                  <a:pt x="0" y="6858000"/>
                </a:lnTo>
                <a:lnTo>
                  <a:pt x="796282" y="3429000"/>
                </a:lnTo>
                <a:lnTo>
                  <a:pt x="0" y="0"/>
                </a:lnTo>
                <a:close/>
              </a:path>
            </a:pathLst>
          </a:custGeom>
          <a:solidFill>
            <a:srgbClr val="1D1B58"/>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sz="1800" dirty="0"/>
          </a:p>
        </p:txBody>
      </p:sp>
      <p:pic>
        <p:nvPicPr>
          <p:cNvPr id="4" name="Picture 3">
            <a:extLst>
              <a:ext uri="{FF2B5EF4-FFF2-40B4-BE49-F238E27FC236}">
                <a16:creationId xmlns="" xmlns:a16="http://schemas.microsoft.com/office/drawing/2014/main" id="{5BC983E8-29C2-9FD4-5029-201C1DDD5E8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19075013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8883" y="1709738"/>
            <a:ext cx="10834234" cy="2852737"/>
          </a:xfrm>
        </p:spPr>
        <p:txBody>
          <a:bodyPr anchor="b"/>
          <a:lstStyle>
            <a:lvl1pPr>
              <a:defRPr sz="6000"/>
            </a:lvl1pPr>
          </a:lstStyle>
          <a:p>
            <a:r>
              <a:rPr lang="en-US" dirty="0"/>
              <a:t>Click to edit Master title style</a:t>
            </a:r>
          </a:p>
        </p:txBody>
      </p:sp>
      <p:sp>
        <p:nvSpPr>
          <p:cNvPr id="3" name="Text Placeholder 2"/>
          <p:cNvSpPr>
            <a:spLocks noGrp="1"/>
          </p:cNvSpPr>
          <p:nvPr>
            <p:ph type="body" idx="1"/>
          </p:nvPr>
        </p:nvSpPr>
        <p:spPr>
          <a:xfrm>
            <a:off x="678883" y="4589464"/>
            <a:ext cx="10834234"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2072784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6"/>
            <a:ext cx="10834233" cy="612775"/>
          </a:xfrm>
        </p:spPr>
        <p:txBody>
          <a:bodyPr/>
          <a:lstStyle/>
          <a:p>
            <a:r>
              <a:rPr lang="en-US" dirty="0"/>
              <a:t>Click to edit Master title style</a:t>
            </a:r>
          </a:p>
        </p:txBody>
      </p:sp>
      <p:sp>
        <p:nvSpPr>
          <p:cNvPr id="3" name="Content Placeholder 2"/>
          <p:cNvSpPr>
            <a:spLocks noGrp="1"/>
          </p:cNvSpPr>
          <p:nvPr>
            <p:ph sz="half" idx="1"/>
          </p:nvPr>
        </p:nvSpPr>
        <p:spPr>
          <a:xfrm>
            <a:off x="678881" y="1659835"/>
            <a:ext cx="5340919" cy="4399442"/>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72199" y="1659835"/>
            <a:ext cx="5340917" cy="4399442"/>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099343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5"/>
            <a:ext cx="10834234" cy="612775"/>
          </a:xfrm>
        </p:spPr>
        <p:txBody>
          <a:bodyPr/>
          <a:lstStyle/>
          <a:p>
            <a:r>
              <a:rPr lang="en-US" dirty="0"/>
              <a:t>Click to edit Master title style</a:t>
            </a:r>
          </a:p>
        </p:txBody>
      </p:sp>
      <p:sp>
        <p:nvSpPr>
          <p:cNvPr id="3" name="Text Placeholder 2"/>
          <p:cNvSpPr>
            <a:spLocks noGrp="1"/>
          </p:cNvSpPr>
          <p:nvPr>
            <p:ph type="body" idx="1"/>
          </p:nvPr>
        </p:nvSpPr>
        <p:spPr>
          <a:xfrm>
            <a:off x="678881" y="1659834"/>
            <a:ext cx="5318693" cy="655349"/>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678881" y="2505075"/>
            <a:ext cx="5318693" cy="355282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172202" y="1659834"/>
            <a:ext cx="5340914" cy="655349"/>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6172202" y="2505075"/>
            <a:ext cx="5340914" cy="355282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81978900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8884" y="603666"/>
            <a:ext cx="10834234" cy="612775"/>
          </a:xfrm>
        </p:spPr>
        <p:txBody>
          <a:bodyPr/>
          <a:lstStyle/>
          <a:p>
            <a:r>
              <a:rPr lang="en-US"/>
              <a:t>Click to edit Master title style</a:t>
            </a:r>
          </a:p>
        </p:txBody>
      </p:sp>
    </p:spTree>
    <p:extLst>
      <p:ext uri="{BB962C8B-B14F-4D97-AF65-F5344CB8AC3E}">
        <p14:creationId xmlns:p14="http://schemas.microsoft.com/office/powerpoint/2010/main" val="283125655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29559317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6"/>
            <a:ext cx="4093145" cy="1453734"/>
          </a:xfrm>
        </p:spPr>
        <p:txBody>
          <a:bodyPr anchor="b"/>
          <a:lstStyle>
            <a:lvl1pPr>
              <a:defRPr sz="3200"/>
            </a:lvl1pPr>
          </a:lstStyle>
          <a:p>
            <a:r>
              <a:rPr lang="en-US" dirty="0"/>
              <a:t>Click to edit Master title style</a:t>
            </a:r>
          </a:p>
        </p:txBody>
      </p:sp>
      <p:sp>
        <p:nvSpPr>
          <p:cNvPr id="3" name="Content Placeholder 2"/>
          <p:cNvSpPr>
            <a:spLocks noGrp="1"/>
          </p:cNvSpPr>
          <p:nvPr>
            <p:ph idx="1"/>
          </p:nvPr>
        </p:nvSpPr>
        <p:spPr>
          <a:xfrm>
            <a:off x="5183189" y="1659835"/>
            <a:ext cx="6329928" cy="4201215"/>
          </a:xfrm>
          <a:prstGeom prst="rect">
            <a:avLst/>
          </a:prstGeom>
        </p:spPr>
        <p:txBody>
          <a:bodyPr/>
          <a:lstStyle>
            <a:lvl1pPr>
              <a:defRPr sz="3200">
                <a:solidFill>
                  <a:schemeClr val="bg2">
                    <a:lumMod val="10000"/>
                  </a:schemeClr>
                </a:solidFill>
              </a:defRPr>
            </a:lvl1pPr>
            <a:lvl2pPr>
              <a:defRPr sz="2800">
                <a:solidFill>
                  <a:schemeClr val="bg2">
                    <a:lumMod val="10000"/>
                  </a:schemeClr>
                </a:solidFill>
              </a:defRPr>
            </a:lvl2pPr>
            <a:lvl3pPr>
              <a:defRPr sz="2400">
                <a:solidFill>
                  <a:schemeClr val="bg2">
                    <a:lumMod val="10000"/>
                  </a:schemeClr>
                </a:solidFill>
              </a:defRPr>
            </a:lvl3pPr>
            <a:lvl4pPr>
              <a:defRPr sz="2000">
                <a:solidFill>
                  <a:schemeClr val="bg2">
                    <a:lumMod val="10000"/>
                  </a:schemeClr>
                </a:solidFill>
              </a:defRPr>
            </a:lvl4pPr>
            <a:lvl5pPr>
              <a:defRPr sz="2000">
                <a:solidFill>
                  <a:schemeClr val="bg2">
                    <a:lumMod val="10000"/>
                  </a:schemeClr>
                </a:solidFill>
              </a:defRPr>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678881" y="2315183"/>
            <a:ext cx="4093145" cy="3553805"/>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Tree>
    <p:extLst>
      <p:ext uri="{BB962C8B-B14F-4D97-AF65-F5344CB8AC3E}">
        <p14:creationId xmlns:p14="http://schemas.microsoft.com/office/powerpoint/2010/main" val="182834937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678884" y="603666"/>
            <a:ext cx="10834234" cy="612775"/>
          </a:xfrm>
        </p:spPr>
        <p:txBody>
          <a:bodyPr/>
          <a:lstStyle/>
          <a:p>
            <a:r>
              <a:rPr lang="en-US" dirty="0"/>
              <a:t>Click to edit Master title style</a:t>
            </a:r>
          </a:p>
        </p:txBody>
      </p:sp>
      <p:sp>
        <p:nvSpPr>
          <p:cNvPr id="3" name="Vertical Text Placeholder 2"/>
          <p:cNvSpPr>
            <a:spLocks noGrp="1"/>
          </p:cNvSpPr>
          <p:nvPr>
            <p:ph type="body" orient="vert" idx="1"/>
          </p:nvPr>
        </p:nvSpPr>
        <p:spPr>
          <a:xfrm>
            <a:off x="678884" y="1659834"/>
            <a:ext cx="10834234" cy="4166933"/>
          </a:xfrm>
          <a:prstGeom prst="rect">
            <a:avLst/>
          </a:prstGeom>
        </p:spPr>
        <p:txBody>
          <a:bodyPr vert="eaVert"/>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07505366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pic>
        <p:nvPicPr>
          <p:cNvPr id="4" name="Picture 3" descr="Tech Background&quot; Images – Browse 8,227 Stock Photos, Vectors, and Video |  Adobe Stock">
            <a:extLst>
              <a:ext uri="{FF2B5EF4-FFF2-40B4-BE49-F238E27FC236}">
                <a16:creationId xmlns="" xmlns:a16="http://schemas.microsoft.com/office/drawing/2014/main" id="{19625874-6531-A345-C3ED-8BD86E0E300E}"/>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l="2352" t="2332" r="1954" b="1250"/>
          <a:stretch>
            <a:fillRect/>
          </a:stretch>
        </p:blipFill>
        <p:spPr bwMode="auto">
          <a:xfrm>
            <a:off x="-21770" y="0"/>
            <a:ext cx="12213771" cy="6858000"/>
          </a:xfrm>
          <a:custGeom>
            <a:avLst/>
            <a:gdLst>
              <a:gd name="connsiteX0" fmla="*/ 0 w 12213771"/>
              <a:gd name="connsiteY0" fmla="*/ 0 h 6858000"/>
              <a:gd name="connsiteX1" fmla="*/ 12213771 w 12213771"/>
              <a:gd name="connsiteY1" fmla="*/ 0 h 6858000"/>
              <a:gd name="connsiteX2" fmla="*/ 12213771 w 12213771"/>
              <a:gd name="connsiteY2" fmla="*/ 6858000 h 6858000"/>
              <a:gd name="connsiteX3" fmla="*/ 0 w 1221377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213771" h="6858000">
                <a:moveTo>
                  <a:pt x="0" y="0"/>
                </a:moveTo>
                <a:lnTo>
                  <a:pt x="12213771" y="0"/>
                </a:lnTo>
                <a:lnTo>
                  <a:pt x="12213771" y="6858000"/>
                </a:lnTo>
                <a:lnTo>
                  <a:pt x="0" y="6858000"/>
                </a:lnTo>
                <a:close/>
              </a:path>
            </a:pathLst>
          </a:custGeom>
          <a:noFill/>
          <a:extLst>
            <a:ext uri="{909E8E84-426E-40DD-AFC4-6F175D3DCCD1}">
              <a14:hiddenFill xmlns:a14="http://schemas.microsoft.com/office/drawing/2010/main">
                <a:solidFill>
                  <a:srgbClr val="FFFFFF"/>
                </a:solidFill>
              </a14:hiddenFill>
            </a:ext>
          </a:extLst>
        </p:spPr>
      </p:pic>
      <p:sp>
        <p:nvSpPr>
          <p:cNvPr id="2" name="Vertical Title 1"/>
          <p:cNvSpPr>
            <a:spLocks noGrp="1"/>
          </p:cNvSpPr>
          <p:nvPr>
            <p:ph type="title" orient="vert" hasCustomPrompt="1"/>
          </p:nvPr>
        </p:nvSpPr>
        <p:spPr>
          <a:xfrm rot="16200000">
            <a:off x="4770665" y="-2959994"/>
            <a:ext cx="2628900" cy="12213771"/>
          </a:xfrm>
        </p:spPr>
        <p:txBody>
          <a:bodyPr vert="eaVert">
            <a:normAutofit/>
          </a:bodyPr>
          <a:lstStyle>
            <a:lvl1pPr algn="ctr">
              <a:defRPr sz="8000">
                <a:solidFill>
                  <a:schemeClr val="bg1"/>
                </a:solidFill>
              </a:defRPr>
            </a:lvl1pPr>
          </a:lstStyle>
          <a:p>
            <a:r>
              <a:rPr lang="en-US" dirty="0"/>
              <a:t>Thank You</a:t>
            </a:r>
          </a:p>
        </p:txBody>
      </p:sp>
    </p:spTree>
    <p:extLst>
      <p:ext uri="{BB962C8B-B14F-4D97-AF65-F5344CB8AC3E}">
        <p14:creationId xmlns:p14="http://schemas.microsoft.com/office/powerpoint/2010/main" val="41674742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78884" y="603666"/>
            <a:ext cx="10834232" cy="612775"/>
          </a:xfrm>
          <a:prstGeom prst="rect">
            <a:avLst/>
          </a:prstGeom>
        </p:spPr>
        <p:txBody>
          <a:bodyPr vert="horz" lIns="0" tIns="0" rIns="0" bIns="0" rtlCol="0" anchor="ctr">
            <a:normAutofit/>
          </a:bodyPr>
          <a:lstStyle/>
          <a:p>
            <a:r>
              <a:rPr lang="en-US" dirty="0"/>
              <a:t>Click to edit Master title style</a:t>
            </a:r>
          </a:p>
        </p:txBody>
      </p:sp>
      <p:sp>
        <p:nvSpPr>
          <p:cNvPr id="3" name="Text Placeholder 2"/>
          <p:cNvSpPr>
            <a:spLocks noGrp="1"/>
          </p:cNvSpPr>
          <p:nvPr>
            <p:ph type="body" idx="1"/>
          </p:nvPr>
        </p:nvSpPr>
        <p:spPr>
          <a:xfrm>
            <a:off x="678884" y="1659835"/>
            <a:ext cx="10834234" cy="4398065"/>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2052" name="Picture 4" descr="Top Ranked Data Science Institute, Classroom Plus Online Training | Boston  Institute of Analytics">
            <a:extLst>
              <a:ext uri="{FF2B5EF4-FFF2-40B4-BE49-F238E27FC236}">
                <a16:creationId xmlns="" xmlns:a16="http://schemas.microsoft.com/office/drawing/2014/main" id="{D55A4135-B2E5-3A1C-9614-E010D1062B85}"/>
              </a:ext>
            </a:extLst>
          </p:cNvPr>
          <p:cNvPicPr>
            <a:picLocks noChangeAspect="1" noChangeArrowheads="1"/>
          </p:cNvPicPr>
          <p:nvPr userDrawn="1"/>
        </p:nvPicPr>
        <p:blipFill rotWithShape="1">
          <a:blip r:embed="rId18" cstate="print">
            <a:extLst>
              <a:ext uri="{28A0092B-C50C-407E-A947-70E740481C1C}">
                <a14:useLocalDpi xmlns:a14="http://schemas.microsoft.com/office/drawing/2010/main" val="0"/>
              </a:ext>
            </a:extLst>
          </a:blip>
          <a:srcRect l="4000" r="3112"/>
          <a:stretch/>
        </p:blipFill>
        <p:spPr bwMode="auto">
          <a:xfrm>
            <a:off x="9493777" y="6115409"/>
            <a:ext cx="2019339" cy="548917"/>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 xmlns:a16="http://schemas.microsoft.com/office/drawing/2014/main" id="{3665DF22-91AD-CE85-A78A-CF35969DE003}"/>
              </a:ext>
            </a:extLst>
          </p:cNvPr>
          <p:cNvSpPr/>
          <p:nvPr userDrawn="1"/>
        </p:nvSpPr>
        <p:spPr>
          <a:xfrm>
            <a:off x="678883" y="6207305"/>
            <a:ext cx="7474517" cy="36512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r>
              <a:rPr lang="en-US" sz="1100" b="1" dirty="0">
                <a:solidFill>
                  <a:schemeClr val="bg2">
                    <a:lumMod val="75000"/>
                  </a:schemeClr>
                </a:solidFill>
              </a:rPr>
              <a:t>CONFIDENTIAL</a:t>
            </a:r>
            <a:r>
              <a:rPr lang="en-US" sz="1100" dirty="0">
                <a:solidFill>
                  <a:schemeClr val="bg2">
                    <a:lumMod val="75000"/>
                  </a:schemeClr>
                </a:solidFill>
              </a:rPr>
              <a:t>: The information in this document belongs to Boston Institute of Analytics LLC. Any unauthorized sharing of this material is prohibited and subject to legal action under breach of IP and confidentiality clauses. </a:t>
            </a:r>
          </a:p>
        </p:txBody>
      </p:sp>
    </p:spTree>
    <p:extLst>
      <p:ext uri="{BB962C8B-B14F-4D97-AF65-F5344CB8AC3E}">
        <p14:creationId xmlns:p14="http://schemas.microsoft.com/office/powerpoint/2010/main" val="162817835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72" r:id="rId3"/>
    <p:sldLayoutId id="2147483673" r:id="rId4"/>
    <p:sldLayoutId id="2147483674" r:id="rId5"/>
    <p:sldLayoutId id="2147483675" r:id="rId6"/>
    <p:sldLayoutId id="2147483677" r:id="rId7"/>
    <p:sldLayoutId id="2147483676" r:id="rId8"/>
    <p:sldLayoutId id="2147483663" r:id="rId9"/>
    <p:sldLayoutId id="2147483664" r:id="rId10"/>
    <p:sldLayoutId id="2147483665" r:id="rId11"/>
    <p:sldLayoutId id="2147483666" r:id="rId12"/>
    <p:sldLayoutId id="2147483667" r:id="rId13"/>
    <p:sldLayoutId id="2147483668" r:id="rId14"/>
    <p:sldLayoutId id="2147483670" r:id="rId15"/>
    <p:sldLayoutId id="2147483671" r:id="rId16"/>
  </p:sldLayoutIdLst>
  <p:txStyles>
    <p:titleStyle>
      <a:lvl1pPr algn="l" defTabSz="914400" rtl="0" eaLnBrk="1" latinLnBrk="0" hangingPunct="1">
        <a:lnSpc>
          <a:spcPct val="90000"/>
        </a:lnSpc>
        <a:spcBef>
          <a:spcPct val="0"/>
        </a:spcBef>
        <a:buNone/>
        <a:defRPr sz="3400" b="1" kern="1200">
          <a:solidFill>
            <a:schemeClr val="tx1"/>
          </a:solidFill>
          <a:latin typeface="Calibri" panose="020F0502020204030204"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2">
              <a:lumMod val="10000"/>
            </a:schemeClr>
          </a:solidFill>
          <a:latin typeface="Calibri" panose="020F050202020403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2">
              <a:lumMod val="10000"/>
            </a:schemeClr>
          </a:solidFill>
          <a:latin typeface="Calibri" panose="020F050202020403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2">
              <a:lumMod val="10000"/>
            </a:schemeClr>
          </a:solidFill>
          <a:latin typeface="Calibri" panose="020F050202020403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Calibri" panose="020F050202020403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Calibri" panose="020F0502020204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 xmlns:a16="http://schemas.microsoft.com/office/drawing/2014/main" id="{1A225F15-9B21-01FF-BD6D-D04F30F7A091}"/>
              </a:ext>
            </a:extLst>
          </p:cNvPr>
          <p:cNvSpPr/>
          <p:nvPr/>
        </p:nvSpPr>
        <p:spPr>
          <a:xfrm>
            <a:off x="0" y="2067340"/>
            <a:ext cx="12192000" cy="249472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b="1" dirty="0" smtClean="0">
                <a:latin typeface="Calibri" panose="020F0502020204030204" pitchFamily="34" charset="0"/>
              </a:rPr>
              <a:t> </a:t>
            </a:r>
            <a:r>
              <a:rPr lang="en-US" sz="4400" b="1" dirty="0">
                <a:latin typeface="Calibri" panose="020F0502020204030204" pitchFamily="34" charset="0"/>
              </a:rPr>
              <a:t>Project:</a:t>
            </a:r>
          </a:p>
          <a:p>
            <a:pPr algn="ctr"/>
            <a:r>
              <a:rPr lang="en-US" sz="4400" b="1" dirty="0">
                <a:latin typeface="Calibri" panose="020F0502020204030204" pitchFamily="34" charset="0"/>
              </a:rPr>
              <a:t> </a:t>
            </a:r>
            <a:r>
              <a:rPr lang="en-US" sz="4400" dirty="0"/>
              <a:t>Simulated phishing attack using </a:t>
            </a:r>
            <a:r>
              <a:rPr lang="en-US" sz="4400" dirty="0" smtClean="0"/>
              <a:t>zphisher.</a:t>
            </a:r>
            <a:endParaRPr lang="en-US" sz="4400" b="1" dirty="0">
              <a:latin typeface="Calibri" panose="020F0502020204030204" pitchFamily="34" charset="0"/>
            </a:endParaRPr>
          </a:p>
        </p:txBody>
      </p:sp>
    </p:spTree>
    <p:extLst>
      <p:ext uri="{BB962C8B-B14F-4D97-AF65-F5344CB8AC3E}">
        <p14:creationId xmlns:p14="http://schemas.microsoft.com/office/powerpoint/2010/main" val="10243347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8883" y="603666"/>
            <a:ext cx="11108925" cy="1071409"/>
          </a:xfrm>
        </p:spPr>
        <p:txBody>
          <a:bodyPr>
            <a:normAutofit fontScale="90000"/>
          </a:bodyPr>
          <a:lstStyle/>
          <a:p>
            <a:r>
              <a:rPr lang="en-US" dirty="0"/>
              <a:t>Simulated phishing attack using zphisher in a controlled lab environment to demonstrate social engineering </a:t>
            </a:r>
            <a:r>
              <a:rPr lang="en-US" dirty="0" smtClean="0"/>
              <a:t>vulnerabilities.</a:t>
            </a:r>
            <a:endParaRPr lang="en-US" dirty="0"/>
          </a:p>
        </p:txBody>
      </p:sp>
      <p:sp>
        <p:nvSpPr>
          <p:cNvPr id="3" name="Content Placeholder 2"/>
          <p:cNvSpPr>
            <a:spLocks noGrp="1"/>
          </p:cNvSpPr>
          <p:nvPr>
            <p:ph idx="1"/>
          </p:nvPr>
        </p:nvSpPr>
        <p:spPr>
          <a:xfrm>
            <a:off x="4492486" y="4084983"/>
            <a:ext cx="2136913" cy="1988157"/>
          </a:xfrm>
        </p:spPr>
        <p:txBody>
          <a:bodyPr/>
          <a:lstStyle/>
          <a:p>
            <a:endParaRPr lang="en-US" dirty="0"/>
          </a:p>
        </p:txBody>
      </p:sp>
    </p:spTree>
    <p:extLst>
      <p:ext uri="{BB962C8B-B14F-4D97-AF65-F5344CB8AC3E}">
        <p14:creationId xmlns:p14="http://schemas.microsoft.com/office/powerpoint/2010/main" val="6655408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C938B360-A630-EE21-210D-844E85048949}"/>
              </a:ext>
            </a:extLst>
          </p:cNvPr>
          <p:cNvSpPr>
            <a:spLocks noGrp="1"/>
          </p:cNvSpPr>
          <p:nvPr>
            <p:ph type="title"/>
          </p:nvPr>
        </p:nvSpPr>
        <p:spPr/>
        <p:txBody>
          <a:bodyPr>
            <a:normAutofit fontScale="90000"/>
          </a:bodyPr>
          <a:lstStyle/>
          <a:p>
            <a:r>
              <a:rPr lang="en-US" dirty="0" smtClean="0"/>
              <a:t>Agenda</a:t>
            </a:r>
            <a:r>
              <a:rPr lang="en-IN" dirty="0"/>
              <a:t/>
            </a:r>
            <a:br>
              <a:rPr lang="en-IN" dirty="0"/>
            </a:br>
            <a:endParaRPr lang="en-IN" dirty="0"/>
          </a:p>
        </p:txBody>
      </p:sp>
      <p:sp>
        <p:nvSpPr>
          <p:cNvPr id="3" name="Content Placeholder 2">
            <a:extLst>
              <a:ext uri="{FF2B5EF4-FFF2-40B4-BE49-F238E27FC236}">
                <a16:creationId xmlns="" xmlns:a16="http://schemas.microsoft.com/office/drawing/2014/main" id="{67B003C9-103A-47E6-D7EB-87D0A8CB5431}"/>
              </a:ext>
            </a:extLst>
          </p:cNvPr>
          <p:cNvSpPr>
            <a:spLocks noGrp="1"/>
          </p:cNvSpPr>
          <p:nvPr>
            <p:ph idx="1"/>
          </p:nvPr>
        </p:nvSpPr>
        <p:spPr>
          <a:xfrm>
            <a:off x="678882" y="1127760"/>
            <a:ext cx="10834234" cy="5029199"/>
          </a:xfrm>
        </p:spPr>
        <p:txBody>
          <a:bodyPr>
            <a:normAutofit/>
          </a:bodyPr>
          <a:lstStyle/>
          <a:p>
            <a:pPr>
              <a:lnSpc>
                <a:spcPct val="120000"/>
              </a:lnSpc>
            </a:pPr>
            <a:r>
              <a:rPr lang="en-US" dirty="0"/>
              <a:t>The main agenda outlined in the slide is to find out how password cracking works using an automated phishing tool called </a:t>
            </a:r>
            <a:r>
              <a:rPr lang="en-US" b="1" dirty="0"/>
              <a:t>Zphisher</a:t>
            </a:r>
            <a:r>
              <a:rPr lang="en-US" dirty="0"/>
              <a:t> to steal credentials from various social media platforms.</a:t>
            </a:r>
            <a:r>
              <a:rPr lang="en-US" dirty="0" smtClean="0"/>
              <a:t>. </a:t>
            </a:r>
            <a:endParaRPr lang="en-US" dirty="0"/>
          </a:p>
          <a:p>
            <a:endParaRPr lang="en-US" dirty="0"/>
          </a:p>
        </p:txBody>
      </p:sp>
    </p:spTree>
    <p:extLst>
      <p:ext uri="{BB962C8B-B14F-4D97-AF65-F5344CB8AC3E}">
        <p14:creationId xmlns:p14="http://schemas.microsoft.com/office/powerpoint/2010/main" val="19538045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61E853F5-3FF5-F820-B593-B4F4AF27A2B6}"/>
              </a:ext>
            </a:extLst>
          </p:cNvPr>
          <p:cNvSpPr>
            <a:spLocks noGrp="1"/>
          </p:cNvSpPr>
          <p:nvPr>
            <p:ph type="title"/>
          </p:nvPr>
        </p:nvSpPr>
        <p:spPr>
          <a:xfrm>
            <a:off x="678884" y="277769"/>
            <a:ext cx="10834234" cy="612775"/>
          </a:xfrm>
        </p:spPr>
        <p:txBody>
          <a:bodyPr/>
          <a:lstStyle/>
          <a:p>
            <a:r>
              <a:rPr lang="en-IN" dirty="0" smtClean="0"/>
              <a:t>Research </a:t>
            </a:r>
            <a:endParaRPr lang="en-IN" dirty="0"/>
          </a:p>
        </p:txBody>
      </p:sp>
      <p:sp>
        <p:nvSpPr>
          <p:cNvPr id="4" name="Rectangle 1"/>
          <p:cNvSpPr>
            <a:spLocks noGrp="1" noChangeArrowheads="1"/>
          </p:cNvSpPr>
          <p:nvPr>
            <p:ph idx="1"/>
          </p:nvPr>
        </p:nvSpPr>
        <p:spPr bwMode="auto">
          <a:xfrm>
            <a:off x="679450" y="952825"/>
            <a:ext cx="11018907" cy="3323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smtClean="0">
                <a:ln>
                  <a:noFill/>
                </a:ln>
                <a:solidFill>
                  <a:schemeClr val="tx1"/>
                </a:solidFill>
                <a:effectLst/>
                <a:latin typeface="Google Sans"/>
              </a:rPr>
              <a:t>Credential Harvesting:</a:t>
            </a:r>
            <a:r>
              <a:rPr kumimoji="0" lang="en-US" altLang="en-US" sz="2400" b="0" i="0" u="none" strike="noStrike" cap="none" normalizeH="0" baseline="0" dirty="0" smtClean="0">
                <a:ln>
                  <a:noFill/>
                </a:ln>
                <a:solidFill>
                  <a:schemeClr val="tx1"/>
                </a:solidFill>
                <a:effectLst/>
                <a:latin typeface="Google Sans"/>
              </a:rPr>
              <a:t> Analyzing how attackers use automated toolkits to replicate legitimate login pages.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smtClean="0">
                <a:ln>
                  <a:noFill/>
                </a:ln>
                <a:solidFill>
                  <a:schemeClr val="tx1"/>
                </a:solidFill>
                <a:effectLst/>
                <a:latin typeface="Google Sans"/>
              </a:rPr>
              <a:t>Social Engineering:</a:t>
            </a:r>
            <a:r>
              <a:rPr kumimoji="0" lang="en-US" altLang="en-US" sz="2400" b="0" i="0" u="none" strike="noStrike" cap="none" normalizeH="0" baseline="0" dirty="0" smtClean="0">
                <a:ln>
                  <a:noFill/>
                </a:ln>
                <a:solidFill>
                  <a:schemeClr val="tx1"/>
                </a:solidFill>
                <a:effectLst/>
                <a:latin typeface="Google Sans"/>
              </a:rPr>
              <a:t> Investigating how users are manipulated into entering private credentials on spoofed sites.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smtClean="0">
                <a:ln>
                  <a:noFill/>
                </a:ln>
                <a:solidFill>
                  <a:schemeClr val="tx1"/>
                </a:solidFill>
                <a:effectLst/>
                <a:latin typeface="Google Sans"/>
              </a:rPr>
              <a:t>Phishing Automation:</a:t>
            </a:r>
            <a:r>
              <a:rPr kumimoji="0" lang="en-US" altLang="en-US" sz="2400" b="0" i="0" u="none" strike="noStrike" cap="none" normalizeH="0" baseline="0" dirty="0" smtClean="0">
                <a:ln>
                  <a:noFill/>
                </a:ln>
                <a:solidFill>
                  <a:schemeClr val="tx1"/>
                </a:solidFill>
                <a:effectLst/>
                <a:latin typeface="Google Sans"/>
              </a:rPr>
              <a:t> Studying the mechanics of open-source phishing frameworks (like Zphisher) to understand their deployment methods and vulnerabilities.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smtClean="0">
                <a:ln>
                  <a:noFill/>
                </a:ln>
                <a:solidFill>
                  <a:schemeClr val="tx1"/>
                </a:solidFill>
                <a:effectLst/>
                <a:latin typeface="Google Sans"/>
              </a:rPr>
              <a:t>Cybersecurity Defense:</a:t>
            </a:r>
            <a:r>
              <a:rPr kumimoji="0" lang="en-US" altLang="en-US" sz="2400" b="0" i="0" u="none" strike="noStrike" cap="none" normalizeH="0" baseline="0" dirty="0" smtClean="0">
                <a:ln>
                  <a:noFill/>
                </a:ln>
                <a:solidFill>
                  <a:schemeClr val="tx1"/>
                </a:solidFill>
                <a:effectLst/>
                <a:latin typeface="Google Sans"/>
              </a:rPr>
              <a:t> Evaluating how organizations and individuals can detect, block, and mitigate these specific automated social engineering attacks</a:t>
            </a:r>
            <a:r>
              <a:rPr kumimoji="0" lang="en-US" altLang="en-US" sz="1200" b="0" i="0" u="none" strike="noStrike" cap="none" normalizeH="0" baseline="0" dirty="0" smtClean="0">
                <a:ln>
                  <a:noFill/>
                </a:ln>
                <a:solidFill>
                  <a:schemeClr val="tx1"/>
                </a:solidFill>
                <a:effectLst/>
              </a:rPr>
              <a:t> </a:t>
            </a:r>
            <a:endParaRPr kumimoji="0" lang="en-US" altLang="en-US" sz="36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2724594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0A7F6ACB-E561-8EA8-8637-B167E298B929}"/>
            </a:ext>
          </a:extLst>
        </p:cNvPr>
        <p:cNvGrpSpPr/>
        <p:nvPr/>
      </p:nvGrpSpPr>
      <p:grpSpPr>
        <a:xfrm>
          <a:off x="0" y="0"/>
          <a:ext cx="0" cy="0"/>
          <a:chOff x="0" y="0"/>
          <a:chExt cx="0" cy="0"/>
        </a:xfrm>
      </p:grpSpPr>
      <p:sp>
        <p:nvSpPr>
          <p:cNvPr id="2" name="Title 1">
            <a:extLst>
              <a:ext uri="{FF2B5EF4-FFF2-40B4-BE49-F238E27FC236}">
                <a16:creationId xmlns="" xmlns:a16="http://schemas.microsoft.com/office/drawing/2014/main" id="{1AB5D95B-E04D-FFEC-7138-496EB18D506C}"/>
              </a:ext>
            </a:extLst>
          </p:cNvPr>
          <p:cNvSpPr>
            <a:spLocks noGrp="1"/>
          </p:cNvSpPr>
          <p:nvPr>
            <p:ph type="title"/>
          </p:nvPr>
        </p:nvSpPr>
        <p:spPr>
          <a:xfrm>
            <a:off x="549677" y="148562"/>
            <a:ext cx="10834234" cy="612775"/>
          </a:xfrm>
        </p:spPr>
        <p:txBody>
          <a:bodyPr>
            <a:normAutofit/>
          </a:bodyPr>
          <a:lstStyle/>
          <a:p>
            <a:r>
              <a:rPr lang="en-IN" sz="3050" dirty="0" smtClean="0"/>
              <a:t>Introduction</a:t>
            </a:r>
            <a:endParaRPr lang="en-IN" sz="3050" dirty="0"/>
          </a:p>
        </p:txBody>
      </p:sp>
      <p:sp>
        <p:nvSpPr>
          <p:cNvPr id="3" name="Content Placeholder 2">
            <a:extLst>
              <a:ext uri="{FF2B5EF4-FFF2-40B4-BE49-F238E27FC236}">
                <a16:creationId xmlns="" xmlns:a16="http://schemas.microsoft.com/office/drawing/2014/main" id="{679F0032-D44D-A59C-57FA-E9DFC0903C23}"/>
              </a:ext>
            </a:extLst>
          </p:cNvPr>
          <p:cNvSpPr>
            <a:spLocks noGrp="1"/>
          </p:cNvSpPr>
          <p:nvPr>
            <p:ph idx="1"/>
          </p:nvPr>
        </p:nvSpPr>
        <p:spPr>
          <a:xfrm>
            <a:off x="470163" y="681825"/>
            <a:ext cx="6646478" cy="2680357"/>
          </a:xfrm>
          <a:prstGeom prst="rect">
            <a:avLst/>
          </a:prstGeom>
        </p:spPr>
        <p:txBody>
          <a:bodyPr>
            <a:noAutofit/>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marL="0" indent="0">
              <a:buNone/>
            </a:pPr>
            <a:r>
              <a:rPr lang="en-US" sz="1800" dirty="0"/>
              <a:t>Phishing remains one of the most successful cyberattack techniques</a:t>
            </a:r>
            <a:r>
              <a:rPr lang="en-US" sz="1800" dirty="0" smtClean="0"/>
              <a:t>.</a:t>
            </a:r>
          </a:p>
          <a:p>
            <a:pPr marL="0" indent="0">
              <a:buNone/>
            </a:pPr>
            <a:r>
              <a:rPr lang="en-US" sz="1800" dirty="0"/>
              <a:t>Toolkits that automate phishing workflows — such as Zphisher (commonly discussed in security communities) — make it easier for attackers to scale social-engineering campaigns</a:t>
            </a:r>
            <a:r>
              <a:rPr lang="en-US" sz="1800" dirty="0" smtClean="0"/>
              <a:t>.</a:t>
            </a:r>
          </a:p>
          <a:p>
            <a:pPr marL="0" indent="0">
              <a:buNone/>
            </a:pPr>
            <a:r>
              <a:rPr lang="en-US" sz="1800" dirty="0"/>
              <a:t>Zphisher is known within security circles as an automated phishing toolkit (a family of scripts and templates) that streamlines the creation of fake login pages and assists attackers in delivering social-engineering lures. At a conceptual level, such toolkits typically combine:</a:t>
            </a:r>
            <a:endParaRPr lang="en-US" sz="1650" dirty="0"/>
          </a:p>
        </p:txBody>
      </p:sp>
    </p:spTree>
    <p:extLst>
      <p:ext uri="{BB962C8B-B14F-4D97-AF65-F5344CB8AC3E}">
        <p14:creationId xmlns:p14="http://schemas.microsoft.com/office/powerpoint/2010/main" val="3886136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5BC582BB-4965-946D-0DBB-773CCC4899B1}"/>
            </a:ext>
          </a:extLst>
        </p:cNvPr>
        <p:cNvGrpSpPr/>
        <p:nvPr/>
      </p:nvGrpSpPr>
      <p:grpSpPr>
        <a:xfrm>
          <a:off x="0" y="0"/>
          <a:ext cx="0" cy="0"/>
          <a:chOff x="0" y="0"/>
          <a:chExt cx="0" cy="0"/>
        </a:xfrm>
      </p:grpSpPr>
      <p:sp>
        <p:nvSpPr>
          <p:cNvPr id="2" name="Title 1">
            <a:extLst>
              <a:ext uri="{FF2B5EF4-FFF2-40B4-BE49-F238E27FC236}">
                <a16:creationId xmlns="" xmlns:a16="http://schemas.microsoft.com/office/drawing/2014/main" id="{3512472D-EF0B-4B6E-5ABB-383F61A24F8D}"/>
              </a:ext>
            </a:extLst>
          </p:cNvPr>
          <p:cNvSpPr>
            <a:spLocks noGrp="1"/>
          </p:cNvSpPr>
          <p:nvPr>
            <p:ph type="title"/>
          </p:nvPr>
        </p:nvSpPr>
        <p:spPr>
          <a:xfrm>
            <a:off x="335654" y="97642"/>
            <a:ext cx="6577762" cy="612775"/>
          </a:xfrm>
        </p:spPr>
        <p:txBody>
          <a:bodyPr>
            <a:normAutofit/>
          </a:bodyPr>
          <a:lstStyle/>
          <a:p>
            <a:r>
              <a:rPr lang="en-IN" sz="2600" dirty="0" smtClean="0"/>
              <a:t>TOOLS USED</a:t>
            </a:r>
            <a:endParaRPr lang="en-IN" sz="2600" dirty="0"/>
          </a:p>
        </p:txBody>
      </p:sp>
      <p:sp>
        <p:nvSpPr>
          <p:cNvPr id="3" name="Content Placeholder 2">
            <a:extLst>
              <a:ext uri="{FF2B5EF4-FFF2-40B4-BE49-F238E27FC236}">
                <a16:creationId xmlns="" xmlns:a16="http://schemas.microsoft.com/office/drawing/2014/main" id="{0961998C-7DFB-98D8-A485-F9908BEE222D}"/>
              </a:ext>
            </a:extLst>
          </p:cNvPr>
          <p:cNvSpPr>
            <a:spLocks noGrp="1"/>
          </p:cNvSpPr>
          <p:nvPr>
            <p:ph idx="1"/>
          </p:nvPr>
        </p:nvSpPr>
        <p:spPr>
          <a:xfrm>
            <a:off x="353763" y="655871"/>
            <a:ext cx="6558023" cy="2680357"/>
          </a:xfrm>
          <a:prstGeom prst="rect">
            <a:avLst/>
          </a:prstGeom>
        </p:spPr>
        <p:txBody>
          <a:bodyPr>
            <a:normAutofit/>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marL="0" indent="0">
              <a:buNone/>
            </a:pPr>
            <a:r>
              <a:rPr lang="en-US" sz="7600" b="1" dirty="0"/>
              <a:t> </a:t>
            </a:r>
            <a:r>
              <a:rPr lang="en-US" sz="4400" b="1" dirty="0" smtClean="0"/>
              <a:t>1-KALI LINUX</a:t>
            </a:r>
          </a:p>
          <a:p>
            <a:pPr marL="0" indent="0">
              <a:buNone/>
            </a:pPr>
            <a:r>
              <a:rPr lang="en-US" sz="4400" b="1" dirty="0" smtClean="0"/>
              <a:t>  2-ZPISHER</a:t>
            </a:r>
            <a:endParaRPr lang="en-US" sz="4000" dirty="0"/>
          </a:p>
        </p:txBody>
      </p:sp>
    </p:spTree>
    <p:extLst>
      <p:ext uri="{BB962C8B-B14F-4D97-AF65-F5344CB8AC3E}">
        <p14:creationId xmlns:p14="http://schemas.microsoft.com/office/powerpoint/2010/main" val="27284502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D90D5297-50A3-71E1-967C-F5EA0578ED35}"/>
            </a:ext>
          </a:extLst>
        </p:cNvPr>
        <p:cNvGrpSpPr/>
        <p:nvPr/>
      </p:nvGrpSpPr>
      <p:grpSpPr>
        <a:xfrm>
          <a:off x="0" y="0"/>
          <a:ext cx="0" cy="0"/>
          <a:chOff x="0" y="0"/>
          <a:chExt cx="0" cy="0"/>
        </a:xfrm>
      </p:grpSpPr>
      <p:sp>
        <p:nvSpPr>
          <p:cNvPr id="2" name="Title 1">
            <a:extLst>
              <a:ext uri="{FF2B5EF4-FFF2-40B4-BE49-F238E27FC236}">
                <a16:creationId xmlns="" xmlns:a16="http://schemas.microsoft.com/office/drawing/2014/main" id="{8ADBD2C3-2888-243E-2BED-D1BEA9B58132}"/>
              </a:ext>
            </a:extLst>
          </p:cNvPr>
          <p:cNvSpPr>
            <a:spLocks noGrp="1"/>
          </p:cNvSpPr>
          <p:nvPr>
            <p:ph type="title"/>
          </p:nvPr>
        </p:nvSpPr>
        <p:spPr>
          <a:xfrm>
            <a:off x="440344" y="186550"/>
            <a:ext cx="10834234" cy="612775"/>
          </a:xfrm>
        </p:spPr>
        <p:txBody>
          <a:bodyPr>
            <a:normAutofit/>
          </a:bodyPr>
          <a:lstStyle/>
          <a:p>
            <a:r>
              <a:rPr lang="en-IN" sz="2800" dirty="0" smtClean="0"/>
              <a:t>Commands Used</a:t>
            </a:r>
            <a:endParaRPr lang="en-IN" sz="2800" dirty="0"/>
          </a:p>
        </p:txBody>
      </p:sp>
      <p:sp>
        <p:nvSpPr>
          <p:cNvPr id="3" name="Content Placeholder 2">
            <a:extLst>
              <a:ext uri="{FF2B5EF4-FFF2-40B4-BE49-F238E27FC236}">
                <a16:creationId xmlns="" xmlns:a16="http://schemas.microsoft.com/office/drawing/2014/main" id="{C5BA20BE-26A2-CFE8-39C1-898F451A27FB}"/>
              </a:ext>
            </a:extLst>
          </p:cNvPr>
          <p:cNvSpPr>
            <a:spLocks noGrp="1"/>
          </p:cNvSpPr>
          <p:nvPr>
            <p:ph idx="1"/>
          </p:nvPr>
        </p:nvSpPr>
        <p:spPr>
          <a:xfrm>
            <a:off x="370769" y="689353"/>
            <a:ext cx="6715831" cy="2680357"/>
          </a:xfrm>
          <a:prstGeom prst="rect">
            <a:avLst/>
          </a:prstGeom>
        </p:spPr>
        <p:txBody>
          <a:bodyPr>
            <a:noAutofit/>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marL="0" indent="0">
              <a:buNone/>
            </a:pPr>
            <a:r>
              <a:rPr lang="en-US" sz="1800" dirty="0"/>
              <a:t>Just, Clone this </a:t>
            </a:r>
            <a:r>
              <a:rPr lang="en-US" sz="1800" dirty="0" smtClean="0"/>
              <a:t>repository and install</a:t>
            </a:r>
          </a:p>
          <a:p>
            <a:pPr marL="0" indent="0">
              <a:buNone/>
            </a:pPr>
            <a:r>
              <a:rPr lang="en-US" sz="1700" dirty="0" err="1">
                <a:solidFill>
                  <a:schemeClr val="accent1"/>
                </a:solidFill>
              </a:rPr>
              <a:t>git</a:t>
            </a:r>
            <a:r>
              <a:rPr lang="en-US" sz="1700" dirty="0">
                <a:solidFill>
                  <a:schemeClr val="accent1"/>
                </a:solidFill>
              </a:rPr>
              <a:t> clone --depth=1 https://github.com/htr-tech/zphisher.git</a:t>
            </a:r>
          </a:p>
        </p:txBody>
      </p:sp>
    </p:spTree>
    <p:extLst>
      <p:ext uri="{BB962C8B-B14F-4D97-AF65-F5344CB8AC3E}">
        <p14:creationId xmlns:p14="http://schemas.microsoft.com/office/powerpoint/2010/main" val="11092093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24C17CBA-B713-18AC-192F-C8AD8211D4E4}"/>
            </a:ext>
          </a:extLst>
        </p:cNvPr>
        <p:cNvGrpSpPr/>
        <p:nvPr/>
      </p:nvGrpSpPr>
      <p:grpSpPr>
        <a:xfrm>
          <a:off x="0" y="0"/>
          <a:ext cx="0" cy="0"/>
          <a:chOff x="0" y="0"/>
          <a:chExt cx="0" cy="0"/>
        </a:xfrm>
      </p:grpSpPr>
      <p:sp>
        <p:nvSpPr>
          <p:cNvPr id="2" name="Title 1">
            <a:extLst>
              <a:ext uri="{FF2B5EF4-FFF2-40B4-BE49-F238E27FC236}">
                <a16:creationId xmlns="" xmlns:a16="http://schemas.microsoft.com/office/drawing/2014/main" id="{E70DA86C-A81E-3367-062C-02A8078B7A04}"/>
              </a:ext>
            </a:extLst>
          </p:cNvPr>
          <p:cNvSpPr>
            <a:spLocks noGrp="1"/>
          </p:cNvSpPr>
          <p:nvPr>
            <p:ph type="title"/>
          </p:nvPr>
        </p:nvSpPr>
        <p:spPr>
          <a:xfrm>
            <a:off x="390650" y="297648"/>
            <a:ext cx="7560655" cy="557118"/>
          </a:xfrm>
        </p:spPr>
        <p:txBody>
          <a:bodyPr>
            <a:normAutofit/>
          </a:bodyPr>
          <a:lstStyle/>
          <a:p>
            <a:r>
              <a:rPr lang="en-US" sz="2800" dirty="0" smtClean="0"/>
              <a:t>Commands Used</a:t>
            </a:r>
            <a:endParaRPr lang="en-US" sz="2800" dirty="0"/>
          </a:p>
        </p:txBody>
      </p:sp>
      <p:sp>
        <p:nvSpPr>
          <p:cNvPr id="4" name="Rectangle 1"/>
          <p:cNvSpPr>
            <a:spLocks noGrp="1" noChangeArrowheads="1"/>
          </p:cNvSpPr>
          <p:nvPr>
            <p:ph idx="1"/>
          </p:nvPr>
        </p:nvSpPr>
        <p:spPr bwMode="auto">
          <a:xfrm>
            <a:off x="390650" y="1001671"/>
            <a:ext cx="5125968"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smtClean="0">
                <a:ln>
                  <a:noFill/>
                </a:ln>
                <a:solidFill>
                  <a:srgbClr val="1F2328"/>
                </a:solidFill>
                <a:effectLst/>
                <a:latin typeface="Mona Sans VF"/>
              </a:rPr>
              <a:t>Now go to cloned directory and run </a:t>
            </a:r>
            <a:r>
              <a:rPr kumimoji="0" lang="en-US" altLang="en-US" sz="1200" b="0" i="0" u="none" strike="noStrike" cap="none" normalizeH="0" baseline="0" dirty="0" smtClean="0">
                <a:ln>
                  <a:noFill/>
                </a:ln>
                <a:solidFill>
                  <a:srgbClr val="1F2328"/>
                </a:solidFill>
                <a:effectLst/>
                <a:latin typeface="Monaspace Neon"/>
              </a:rPr>
              <a:t>zphisher.sh</a:t>
            </a:r>
            <a:r>
              <a:rPr kumimoji="0" lang="en-US" altLang="en-US" sz="1100" b="0" i="0" u="none" strike="noStrike" cap="none" normalizeH="0" baseline="0" dirty="0" smtClean="0">
                <a:ln>
                  <a:noFill/>
                </a:ln>
                <a:solidFill>
                  <a:schemeClr val="tx1"/>
                </a:solidFill>
                <a:effectLst/>
              </a:rPr>
              <a:t> </a:t>
            </a:r>
            <a:endParaRPr kumimoji="0" lang="en-US" altLang="en-US" sz="3200" b="0" i="0" u="none" strike="noStrike" cap="none" normalizeH="0" baseline="0" dirty="0" smtClean="0">
              <a:ln>
                <a:noFill/>
              </a:ln>
              <a:solidFill>
                <a:schemeClr val="tx1"/>
              </a:solidFill>
              <a:effectLst/>
              <a:latin typeface="Arial" panose="020B0604020202020204" pitchFamily="34" charset="0"/>
            </a:endParaRPr>
          </a:p>
        </p:txBody>
      </p:sp>
      <p:sp>
        <p:nvSpPr>
          <p:cNvPr id="6" name="Rectangle 2"/>
          <p:cNvSpPr>
            <a:spLocks noChangeArrowheads="1"/>
          </p:cNvSpPr>
          <p:nvPr/>
        </p:nvSpPr>
        <p:spPr bwMode="auto">
          <a:xfrm>
            <a:off x="506897" y="2213346"/>
            <a:ext cx="5734878" cy="738664"/>
          </a:xfrm>
          <a:prstGeom prst="rect">
            <a:avLst/>
          </a:prstGeom>
          <a:solidFill>
            <a:srgbClr val="F6F8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smtClean="0">
                <a:ln>
                  <a:noFill/>
                </a:ln>
                <a:solidFill>
                  <a:srgbClr val="1F2328"/>
                </a:solidFill>
                <a:effectLst/>
                <a:latin typeface="Monaspace Neon"/>
              </a:rPr>
              <a:t>cd zphisher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smtClean="0">
                <a:ln>
                  <a:noFill/>
                </a:ln>
                <a:solidFill>
                  <a:srgbClr val="1F2328"/>
                </a:solidFill>
                <a:effectLst/>
                <a:latin typeface="Monaspace Neon"/>
              </a:rPr>
              <a:t>bash zphisher.sh</a:t>
            </a:r>
            <a:r>
              <a:rPr kumimoji="0" lang="en-US" altLang="en-US" sz="2000" b="0" i="0" u="none" strike="noStrike" cap="none" normalizeH="0" baseline="0" dirty="0" smtClean="0">
                <a:ln>
                  <a:noFill/>
                </a:ln>
                <a:solidFill>
                  <a:schemeClr val="tx1"/>
                </a:solidFill>
                <a:effectLst/>
              </a:rPr>
              <a:t> </a:t>
            </a:r>
            <a:endParaRPr kumimoji="0" lang="en-US" altLang="en-US" sz="54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2001283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74F6BC1E-A6FA-B942-FF43-66FB38A3179E}"/>
            </a:ext>
          </a:extLst>
        </p:cNvPr>
        <p:cNvGrpSpPr/>
        <p:nvPr/>
      </p:nvGrpSpPr>
      <p:grpSpPr>
        <a:xfrm>
          <a:off x="0" y="0"/>
          <a:ext cx="0" cy="0"/>
          <a:chOff x="0" y="0"/>
          <a:chExt cx="0" cy="0"/>
        </a:xfrm>
      </p:grpSpPr>
      <p:sp>
        <p:nvSpPr>
          <p:cNvPr id="2" name="Title 1">
            <a:extLst>
              <a:ext uri="{FF2B5EF4-FFF2-40B4-BE49-F238E27FC236}">
                <a16:creationId xmlns="" xmlns:a16="http://schemas.microsoft.com/office/drawing/2014/main" id="{1670CA20-5441-44CE-FE5D-0E9CEA2E4C65}"/>
              </a:ext>
            </a:extLst>
          </p:cNvPr>
          <p:cNvSpPr>
            <a:spLocks noGrp="1"/>
          </p:cNvSpPr>
          <p:nvPr>
            <p:ph type="title"/>
          </p:nvPr>
        </p:nvSpPr>
        <p:spPr>
          <a:xfrm>
            <a:off x="455364" y="183533"/>
            <a:ext cx="10834234" cy="612775"/>
          </a:xfrm>
        </p:spPr>
        <p:txBody>
          <a:bodyPr>
            <a:normAutofit/>
          </a:bodyPr>
          <a:lstStyle/>
          <a:p>
            <a:r>
              <a:rPr lang="en-US" sz="3100" dirty="0" smtClean="0"/>
              <a:t>Output for this</a:t>
            </a:r>
            <a:endParaRPr lang="en-IN" sz="3100" dirty="0"/>
          </a:p>
        </p:txBody>
      </p:sp>
      <p:pic>
        <p:nvPicPr>
          <p:cNvPr id="4" name="Content Placeholder 3"/>
          <p:cNvPicPr>
            <a:picLocks noGrp="1" noChangeAspect="1"/>
          </p:cNvPicPr>
          <p:nvPr>
            <p:ph idx="1"/>
          </p:nvPr>
        </p:nvPicPr>
        <p:blipFill>
          <a:blip r:embed="rId2"/>
          <a:stretch>
            <a:fillRect/>
          </a:stretch>
        </p:blipFill>
        <p:spPr>
          <a:xfrm>
            <a:off x="347870" y="731838"/>
            <a:ext cx="7911547" cy="4317240"/>
          </a:xfrm>
          <a:prstGeom prst="rect">
            <a:avLst/>
          </a:prstGeom>
        </p:spPr>
      </p:pic>
    </p:spTree>
    <p:extLst>
      <p:ext uri="{BB962C8B-B14F-4D97-AF65-F5344CB8AC3E}">
        <p14:creationId xmlns:p14="http://schemas.microsoft.com/office/powerpoint/2010/main" val="42189785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0A9E4BDB-7CAF-E409-FC98-80C33A8F3C1A}"/>
            </a:ext>
          </a:extLst>
        </p:cNvPr>
        <p:cNvGrpSpPr/>
        <p:nvPr/>
      </p:nvGrpSpPr>
      <p:grpSpPr>
        <a:xfrm>
          <a:off x="0" y="0"/>
          <a:ext cx="0" cy="0"/>
          <a:chOff x="0" y="0"/>
          <a:chExt cx="0" cy="0"/>
        </a:xfrm>
      </p:grpSpPr>
      <p:sp>
        <p:nvSpPr>
          <p:cNvPr id="2" name="Title 1">
            <a:extLst>
              <a:ext uri="{FF2B5EF4-FFF2-40B4-BE49-F238E27FC236}">
                <a16:creationId xmlns="" xmlns:a16="http://schemas.microsoft.com/office/drawing/2014/main" id="{D33B4C68-E05F-058B-C837-97699DA43269}"/>
              </a:ext>
            </a:extLst>
          </p:cNvPr>
          <p:cNvSpPr>
            <a:spLocks noGrp="1"/>
          </p:cNvSpPr>
          <p:nvPr>
            <p:ph type="title"/>
          </p:nvPr>
        </p:nvSpPr>
        <p:spPr>
          <a:xfrm>
            <a:off x="556964" y="89452"/>
            <a:ext cx="10834234" cy="849461"/>
          </a:xfrm>
        </p:spPr>
        <p:txBody>
          <a:bodyPr>
            <a:normAutofit/>
          </a:bodyPr>
          <a:lstStyle/>
          <a:p>
            <a:r>
              <a:rPr lang="en-IN" sz="2400" dirty="0" smtClean="0"/>
              <a:t>Now we target </a:t>
            </a:r>
            <a:r>
              <a:rPr lang="en-IN" sz="2400" dirty="0" err="1" smtClean="0"/>
              <a:t>facebook</a:t>
            </a:r>
            <a:r>
              <a:rPr lang="en-IN" sz="2400" dirty="0" smtClean="0"/>
              <a:t> and select the number 01</a:t>
            </a:r>
            <a:endParaRPr lang="en-IN" sz="2400" dirty="0"/>
          </a:p>
        </p:txBody>
      </p:sp>
      <p:pic>
        <p:nvPicPr>
          <p:cNvPr id="4" name="Content Placeholder 3"/>
          <p:cNvPicPr>
            <a:picLocks noGrp="1" noChangeAspect="1"/>
          </p:cNvPicPr>
          <p:nvPr>
            <p:ph idx="1"/>
          </p:nvPr>
        </p:nvPicPr>
        <p:blipFill>
          <a:blip r:embed="rId2"/>
          <a:stretch>
            <a:fillRect/>
          </a:stretch>
        </p:blipFill>
        <p:spPr>
          <a:xfrm>
            <a:off x="345439" y="671513"/>
            <a:ext cx="8420873" cy="4839809"/>
          </a:xfrm>
          <a:prstGeom prst="rect">
            <a:avLst/>
          </a:prstGeom>
        </p:spPr>
      </p:pic>
      <p:sp>
        <p:nvSpPr>
          <p:cNvPr id="8" name="TextBox 7">
            <a:extLst>
              <a:ext uri="{FF2B5EF4-FFF2-40B4-BE49-F238E27FC236}">
                <a16:creationId xmlns="" xmlns:a16="http://schemas.microsoft.com/office/drawing/2014/main" id="{FF9EAB94-C298-914E-27F6-CAD19B2093FC}"/>
              </a:ext>
            </a:extLst>
          </p:cNvPr>
          <p:cNvSpPr txBox="1"/>
          <p:nvPr/>
        </p:nvSpPr>
        <p:spPr>
          <a:xfrm>
            <a:off x="345439" y="3693995"/>
            <a:ext cx="7144317" cy="400110"/>
          </a:xfrm>
          <a:prstGeom prst="rect">
            <a:avLst/>
          </a:prstGeom>
          <a:noFill/>
        </p:spPr>
        <p:txBody>
          <a:bodyPr wrap="square">
            <a:spAutoFit/>
          </a:bodyPr>
          <a:lstStyle/>
          <a:p>
            <a:r>
              <a:rPr lang="en-IN" sz="2000" b="1" dirty="0" smtClean="0"/>
              <a:t>2</a:t>
            </a:r>
            <a:endParaRPr lang="en-IN" dirty="0"/>
          </a:p>
        </p:txBody>
      </p:sp>
    </p:spTree>
    <p:extLst>
      <p:ext uri="{BB962C8B-B14F-4D97-AF65-F5344CB8AC3E}">
        <p14:creationId xmlns:p14="http://schemas.microsoft.com/office/powerpoint/2010/main" val="135505330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9B4C63FB-F256-F485-5182-C12BDCBEBF99}"/>
            </a:ext>
          </a:extLst>
        </p:cNvPr>
        <p:cNvGrpSpPr/>
        <p:nvPr/>
      </p:nvGrpSpPr>
      <p:grpSpPr>
        <a:xfrm>
          <a:off x="0" y="0"/>
          <a:ext cx="0" cy="0"/>
          <a:chOff x="0" y="0"/>
          <a:chExt cx="0" cy="0"/>
        </a:xfrm>
      </p:grpSpPr>
      <p:sp>
        <p:nvSpPr>
          <p:cNvPr id="2" name="Title 1">
            <a:extLst>
              <a:ext uri="{FF2B5EF4-FFF2-40B4-BE49-F238E27FC236}">
                <a16:creationId xmlns="" xmlns:a16="http://schemas.microsoft.com/office/drawing/2014/main" id="{F9967363-AD31-2864-1317-373422F833C1}"/>
              </a:ext>
            </a:extLst>
          </p:cNvPr>
          <p:cNvSpPr>
            <a:spLocks noGrp="1"/>
          </p:cNvSpPr>
          <p:nvPr>
            <p:ph type="title"/>
          </p:nvPr>
        </p:nvSpPr>
        <p:spPr>
          <a:xfrm>
            <a:off x="404564" y="336298"/>
            <a:ext cx="10834234" cy="612775"/>
          </a:xfrm>
        </p:spPr>
        <p:txBody>
          <a:bodyPr>
            <a:normAutofit/>
          </a:bodyPr>
          <a:lstStyle/>
          <a:p>
            <a:r>
              <a:rPr lang="en-US" dirty="0" smtClean="0"/>
              <a:t>Now we can select the Facebook  messenger login page 04</a:t>
            </a:r>
            <a:endParaRPr lang="en-US" dirty="0"/>
          </a:p>
        </p:txBody>
      </p:sp>
      <p:pic>
        <p:nvPicPr>
          <p:cNvPr id="4" name="Content Placeholder 3"/>
          <p:cNvPicPr>
            <a:picLocks noGrp="1" noChangeAspect="1"/>
          </p:cNvPicPr>
          <p:nvPr>
            <p:ph idx="1"/>
          </p:nvPr>
        </p:nvPicPr>
        <p:blipFill>
          <a:blip r:embed="rId2"/>
          <a:stretch>
            <a:fillRect/>
          </a:stretch>
        </p:blipFill>
        <p:spPr>
          <a:xfrm>
            <a:off x="1132674" y="935038"/>
            <a:ext cx="5497528" cy="2679700"/>
          </a:xfrm>
          <a:prstGeom prst="rect">
            <a:avLst/>
          </a:prstGeom>
        </p:spPr>
      </p:pic>
    </p:spTree>
    <p:extLst>
      <p:ext uri="{BB962C8B-B14F-4D97-AF65-F5344CB8AC3E}">
        <p14:creationId xmlns:p14="http://schemas.microsoft.com/office/powerpoint/2010/main" val="280561128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47965951-3EB0-A4BC-F8A9-FA6EE318B0B2}"/>
            </a:ext>
          </a:extLst>
        </p:cNvPr>
        <p:cNvGrpSpPr/>
        <p:nvPr/>
      </p:nvGrpSpPr>
      <p:grpSpPr>
        <a:xfrm>
          <a:off x="0" y="0"/>
          <a:ext cx="0" cy="0"/>
          <a:chOff x="0" y="0"/>
          <a:chExt cx="0" cy="0"/>
        </a:xfrm>
      </p:grpSpPr>
      <p:sp>
        <p:nvSpPr>
          <p:cNvPr id="2" name="Title 1">
            <a:extLst>
              <a:ext uri="{FF2B5EF4-FFF2-40B4-BE49-F238E27FC236}">
                <a16:creationId xmlns="" xmlns:a16="http://schemas.microsoft.com/office/drawing/2014/main" id="{2D75A95B-0785-F4EB-E915-EFE46195273D}"/>
              </a:ext>
            </a:extLst>
          </p:cNvPr>
          <p:cNvSpPr>
            <a:spLocks noGrp="1"/>
          </p:cNvSpPr>
          <p:nvPr>
            <p:ph type="title"/>
          </p:nvPr>
        </p:nvSpPr>
        <p:spPr>
          <a:xfrm>
            <a:off x="516324" y="182993"/>
            <a:ext cx="10834234" cy="612775"/>
          </a:xfrm>
        </p:spPr>
        <p:txBody>
          <a:bodyPr>
            <a:normAutofit/>
          </a:bodyPr>
          <a:lstStyle/>
          <a:p>
            <a:r>
              <a:rPr lang="en-US" sz="2800" dirty="0" smtClean="0"/>
              <a:t>We find out the target </a:t>
            </a:r>
            <a:r>
              <a:rPr lang="en-US" sz="2800" dirty="0" err="1" smtClean="0"/>
              <a:t>ip</a:t>
            </a:r>
            <a:r>
              <a:rPr lang="en-US" sz="2800" dirty="0"/>
              <a:t> http://127.0.0.1:8080</a:t>
            </a:r>
          </a:p>
        </p:txBody>
      </p:sp>
      <p:pic>
        <p:nvPicPr>
          <p:cNvPr id="4" name="Content Placeholder 3"/>
          <p:cNvPicPr>
            <a:picLocks noGrp="1" noChangeAspect="1"/>
          </p:cNvPicPr>
          <p:nvPr>
            <p:ph idx="1"/>
          </p:nvPr>
        </p:nvPicPr>
        <p:blipFill>
          <a:blip r:embed="rId2"/>
          <a:stretch>
            <a:fillRect/>
          </a:stretch>
        </p:blipFill>
        <p:spPr>
          <a:xfrm>
            <a:off x="778358" y="1866106"/>
            <a:ext cx="6162675" cy="2733675"/>
          </a:xfrm>
          <a:prstGeom prst="rect">
            <a:avLst/>
          </a:prstGeom>
        </p:spPr>
      </p:pic>
    </p:spTree>
    <p:extLst>
      <p:ext uri="{BB962C8B-B14F-4D97-AF65-F5344CB8AC3E}">
        <p14:creationId xmlns:p14="http://schemas.microsoft.com/office/powerpoint/2010/main" val="37118465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Now I found the messenger login page</a:t>
            </a:r>
            <a:endParaRPr lang="en-US" dirty="0"/>
          </a:p>
        </p:txBody>
      </p:sp>
      <p:pic>
        <p:nvPicPr>
          <p:cNvPr id="4" name="Content Placeholder 3"/>
          <p:cNvPicPr>
            <a:picLocks noGrp="1" noChangeAspect="1"/>
          </p:cNvPicPr>
          <p:nvPr>
            <p:ph idx="1"/>
          </p:nvPr>
        </p:nvPicPr>
        <p:blipFill>
          <a:blip r:embed="rId2"/>
          <a:stretch>
            <a:fillRect/>
          </a:stretch>
        </p:blipFill>
        <p:spPr>
          <a:xfrm>
            <a:off x="1122970" y="1674813"/>
            <a:ext cx="9946059" cy="4398962"/>
          </a:xfrm>
          <a:prstGeom prst="rect">
            <a:avLst/>
          </a:prstGeom>
        </p:spPr>
      </p:pic>
    </p:spTree>
    <p:extLst>
      <p:ext uri="{BB962C8B-B14F-4D97-AF65-F5344CB8AC3E}">
        <p14:creationId xmlns:p14="http://schemas.microsoft.com/office/powerpoint/2010/main" val="227122301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Now I find out what the victim typing his machine and still his data successfully.</a:t>
            </a:r>
            <a:endParaRPr lang="en-US" dirty="0"/>
          </a:p>
        </p:txBody>
      </p:sp>
      <p:pic>
        <p:nvPicPr>
          <p:cNvPr id="4" name="Content Placeholder 3"/>
          <p:cNvPicPr>
            <a:picLocks noGrp="1" noChangeAspect="1"/>
          </p:cNvPicPr>
          <p:nvPr>
            <p:ph idx="1"/>
          </p:nvPr>
        </p:nvPicPr>
        <p:blipFill>
          <a:blip r:embed="rId2"/>
          <a:stretch>
            <a:fillRect/>
          </a:stretch>
        </p:blipFill>
        <p:spPr>
          <a:xfrm>
            <a:off x="679450" y="1852498"/>
            <a:ext cx="10833100" cy="4043592"/>
          </a:xfrm>
          <a:prstGeom prst="rect">
            <a:avLst/>
          </a:prstGeom>
        </p:spPr>
      </p:pic>
    </p:spTree>
    <p:extLst>
      <p:ext uri="{BB962C8B-B14F-4D97-AF65-F5344CB8AC3E}">
        <p14:creationId xmlns:p14="http://schemas.microsoft.com/office/powerpoint/2010/main" val="4846608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Once the victim put his contact no it also still his sensitive data</a:t>
            </a:r>
            <a:endParaRPr lang="en-US" dirty="0"/>
          </a:p>
        </p:txBody>
      </p:sp>
      <p:pic>
        <p:nvPicPr>
          <p:cNvPr id="4" name="Content Placeholder 3"/>
          <p:cNvPicPr>
            <a:picLocks noGrp="1" noChangeAspect="1"/>
          </p:cNvPicPr>
          <p:nvPr>
            <p:ph idx="1"/>
          </p:nvPr>
        </p:nvPicPr>
        <p:blipFill>
          <a:blip r:embed="rId2"/>
          <a:stretch>
            <a:fillRect/>
          </a:stretch>
        </p:blipFill>
        <p:spPr>
          <a:xfrm>
            <a:off x="734099" y="1674813"/>
            <a:ext cx="10723802" cy="4398962"/>
          </a:xfrm>
          <a:prstGeom prst="rect">
            <a:avLst/>
          </a:prstGeom>
        </p:spPr>
      </p:pic>
    </p:spTree>
    <p:extLst>
      <p:ext uri="{BB962C8B-B14F-4D97-AF65-F5344CB8AC3E}">
        <p14:creationId xmlns:p14="http://schemas.microsoft.com/office/powerpoint/2010/main" val="67984838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a:extLst>
              <a:ext uri="{FF2B5EF4-FFF2-40B4-BE49-F238E27FC236}">
                <a16:creationId xmlns="" xmlns:a16="http://schemas.microsoft.com/office/drawing/2014/main" id="{B263301E-AAC4-54C3-875F-C420CEA66FC6}"/>
              </a:ext>
            </a:extLst>
          </p:cNvPr>
          <p:cNvSpPr/>
          <p:nvPr/>
        </p:nvSpPr>
        <p:spPr>
          <a:xfrm>
            <a:off x="213360" y="2316480"/>
            <a:ext cx="3159760" cy="2174240"/>
          </a:xfrm>
          <a:prstGeom prst="roundRect">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TextBox 5">
            <a:extLst>
              <a:ext uri="{FF2B5EF4-FFF2-40B4-BE49-F238E27FC236}">
                <a16:creationId xmlns="" xmlns:a16="http://schemas.microsoft.com/office/drawing/2014/main" id="{08AF9B1A-D322-2D57-3B9F-CD08F229030C}"/>
              </a:ext>
            </a:extLst>
          </p:cNvPr>
          <p:cNvSpPr txBox="1"/>
          <p:nvPr/>
        </p:nvSpPr>
        <p:spPr>
          <a:xfrm>
            <a:off x="121920" y="2660134"/>
            <a:ext cx="3708400" cy="923330"/>
          </a:xfrm>
          <a:prstGeom prst="rect">
            <a:avLst/>
          </a:prstGeom>
          <a:noFill/>
        </p:spPr>
        <p:txBody>
          <a:bodyPr wrap="square">
            <a:spAutoFit/>
          </a:bodyPr>
          <a:lstStyle/>
          <a:p>
            <a:r>
              <a:rPr lang="en-IN" sz="5400" dirty="0">
                <a:solidFill>
                  <a:schemeClr val="bg1"/>
                </a:solidFill>
              </a:rPr>
              <a:t>Questions ?</a:t>
            </a:r>
          </a:p>
        </p:txBody>
      </p:sp>
    </p:spTree>
    <p:extLst>
      <p:ext uri="{BB962C8B-B14F-4D97-AF65-F5344CB8AC3E}">
        <p14:creationId xmlns:p14="http://schemas.microsoft.com/office/powerpoint/2010/main" val="159436527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 xmlns:a16="http://schemas.microsoft.com/office/drawing/2014/main" id="{01DBBFEC-17D0-1D96-6CDC-0E5B94EF077B}"/>
              </a:ext>
            </a:extLst>
          </p:cNvPr>
          <p:cNvSpPr/>
          <p:nvPr/>
        </p:nvSpPr>
        <p:spPr>
          <a:xfrm>
            <a:off x="0" y="2091872"/>
            <a:ext cx="12192000" cy="17653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600" b="1" dirty="0">
                <a:latin typeface="Calibri" panose="020F0502020204030204" pitchFamily="34" charset="0"/>
              </a:rPr>
              <a:t>Thank You!</a:t>
            </a:r>
            <a:endParaRPr lang="en-IN" sz="6600" b="1" dirty="0">
              <a:latin typeface="Calibri" panose="020F0502020204030204" pitchFamily="34" charset="0"/>
            </a:endParaRPr>
          </a:p>
        </p:txBody>
      </p:sp>
    </p:spTree>
    <p:extLst>
      <p:ext uri="{BB962C8B-B14F-4D97-AF65-F5344CB8AC3E}">
        <p14:creationId xmlns:p14="http://schemas.microsoft.com/office/powerpoint/2010/main" val="2438371579"/>
      </p:ext>
    </p:extLst>
  </p:cSld>
  <p:clrMapOvr>
    <a:masterClrMapping/>
  </p:clrMapOvr>
</p:sld>
</file>

<file path=ppt/theme/theme1.xml><?xml version="1.0" encoding="utf-8"?>
<a:theme xmlns:a="http://schemas.openxmlformats.org/drawingml/2006/main" name="BIA Template">
  <a:themeElements>
    <a:clrScheme name="Custom 4">
      <a:dk1>
        <a:srgbClr val="161A3E"/>
      </a:dk1>
      <a:lt1>
        <a:sysClr val="window" lastClr="FFFFFF"/>
      </a:lt1>
      <a:dk2>
        <a:srgbClr val="44546A"/>
      </a:dk2>
      <a:lt2>
        <a:srgbClr val="E7E6E6"/>
      </a:lt2>
      <a:accent1>
        <a:srgbClr val="4472C4"/>
      </a:accent1>
      <a:accent2>
        <a:srgbClr val="ED7D31"/>
      </a:accent2>
      <a:accent3>
        <a:srgbClr val="44546A"/>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8846</TotalTime>
  <Words>325</Words>
  <Application>Microsoft Office PowerPoint</Application>
  <PresentationFormat>Widescreen</PresentationFormat>
  <Paragraphs>34</Paragraphs>
  <Slides>17</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17</vt:i4>
      </vt:variant>
    </vt:vector>
  </HeadingPairs>
  <TitlesOfParts>
    <vt:vector size="23" baseType="lpstr">
      <vt:lpstr>Arial</vt:lpstr>
      <vt:lpstr>Calibri</vt:lpstr>
      <vt:lpstr>Google Sans</vt:lpstr>
      <vt:lpstr>Mona Sans VF</vt:lpstr>
      <vt:lpstr>Monaspace Neon</vt:lpstr>
      <vt:lpstr>BIA Template</vt:lpstr>
      <vt:lpstr>PowerPoint Presentation</vt:lpstr>
      <vt:lpstr>Simulated phishing attack using zphisher in a controlled lab environment to demonstrate social engineering vulnerabilities.</vt:lpstr>
      <vt:lpstr>Agenda </vt:lpstr>
      <vt:lpstr>Research </vt:lpstr>
      <vt:lpstr>Introduction</vt:lpstr>
      <vt:lpstr>TOOLS USED</vt:lpstr>
      <vt:lpstr>Commands Used</vt:lpstr>
      <vt:lpstr>Commands Used</vt:lpstr>
      <vt:lpstr>Output for this</vt:lpstr>
      <vt:lpstr>Now we target facebook and select the number 01</vt:lpstr>
      <vt:lpstr>Now we can select the Facebook  messenger login page 04</vt:lpstr>
      <vt:lpstr>We find out the target ip http://127.0.0.1:8080</vt:lpstr>
      <vt:lpstr>Now I found the messenger login page</vt:lpstr>
      <vt:lpstr>Now I find out what the victim typing his machine and still his data successfully.</vt:lpstr>
      <vt:lpstr>Once the victim put his contact no it also still his sensitive data</vt:lpstr>
      <vt:lpstr>PowerPoint Presentation</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Aayush Shah</dc:creator>
  <cp:lastModifiedBy>Microsoft account</cp:lastModifiedBy>
  <cp:revision>2279</cp:revision>
  <dcterms:created xsi:type="dcterms:W3CDTF">2020-12-23T13:36:00Z</dcterms:created>
  <dcterms:modified xsi:type="dcterms:W3CDTF">2026-06-27T10:54:00Z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0B547D39C558497AB25C6414A889D07D</vt:lpwstr>
  </property>
  <property fmtid="{D5CDD505-2E9C-101B-9397-08002B2CF9AE}" pid="3" name="KSOProductBuildVer">
    <vt:lpwstr>1033-11.2.0.11306</vt:lpwstr>
  </property>
</Properties>
</file>